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22"/>
  </p:notesMasterIdLst>
  <p:handoutMasterIdLst>
    <p:handoutMasterId r:id="rId23"/>
  </p:handoutMasterIdLst>
  <p:sldIdLst>
    <p:sldId id="257" r:id="rId2"/>
    <p:sldId id="258" r:id="rId3"/>
    <p:sldId id="259" r:id="rId4"/>
    <p:sldId id="260" r:id="rId5"/>
    <p:sldId id="261" r:id="rId6"/>
    <p:sldId id="271" r:id="rId7"/>
    <p:sldId id="272" r:id="rId8"/>
    <p:sldId id="273" r:id="rId9"/>
    <p:sldId id="263" r:id="rId10"/>
    <p:sldId id="264" r:id="rId11"/>
    <p:sldId id="274" r:id="rId12"/>
    <p:sldId id="275" r:id="rId13"/>
    <p:sldId id="276" r:id="rId14"/>
    <p:sldId id="277" r:id="rId15"/>
    <p:sldId id="266" r:id="rId16"/>
    <p:sldId id="278" r:id="rId17"/>
    <p:sldId id="279" r:id="rId18"/>
    <p:sldId id="280" r:id="rId19"/>
    <p:sldId id="268" r:id="rId20"/>
    <p:sldId id="269" r:id="rId21"/>
  </p:sldIdLst>
  <p:sldSz cx="12192000" cy="6858000"/>
  <p:notesSz cx="6858000" cy="9144000"/>
  <p:defaultTextStyle>
    <a:defPPr rtl="0">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7296" userDrawn="1">
          <p15:clr>
            <a:srgbClr val="A4A3A4"/>
          </p15:clr>
        </p15:guide>
        <p15:guide id="4" orient="horz" pos="412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43FCB2-D541-4977-B7A4-1D49B8B197C7}" v="13" dt="2026-01-12T23:04:27.665"/>
  </p1510:revLst>
</p1510:revInfo>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80971" autoAdjust="0"/>
  </p:normalViewPr>
  <p:slideViewPr>
    <p:cSldViewPr snapToGrid="0">
      <p:cViewPr>
        <p:scale>
          <a:sx n="71" d="100"/>
          <a:sy n="71" d="100"/>
        </p:scale>
        <p:origin x="852" y="48"/>
      </p:cViewPr>
      <p:guideLst>
        <p:guide orient="horz" pos="2160"/>
        <p:guide pos="3840"/>
        <p:guide pos="7296"/>
        <p:guide orient="horz" pos="4128"/>
      </p:guideLst>
    </p:cSldViewPr>
  </p:slideViewPr>
  <p:notesTextViewPr>
    <p:cViewPr>
      <p:scale>
        <a:sx n="3" d="2"/>
        <a:sy n="3" d="2"/>
      </p:scale>
      <p:origin x="0" y="0"/>
    </p:cViewPr>
  </p:notesTextViewPr>
  <p:notesViewPr>
    <p:cSldViewPr snapToGrid="0" showGuides="1">
      <p:cViewPr varScale="1">
        <p:scale>
          <a:sx n="90" d="100"/>
          <a:sy n="90" d="100"/>
        </p:scale>
        <p:origin x="2850"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zan Alexia" userId="038c0effefee6b75" providerId="LiveId" clId="{52D3F8CB-72AC-4EDE-A8ED-E39E4E34D988}"/>
    <pc:docChg chg="addSld delSld modSld">
      <pc:chgData name="Cazan Alexia" userId="038c0effefee6b75" providerId="LiveId" clId="{52D3F8CB-72AC-4EDE-A8ED-E39E4E34D988}" dt="2026-01-13T10:24:25.555" v="22" actId="20577"/>
      <pc:docMkLst>
        <pc:docMk/>
      </pc:docMkLst>
      <pc:sldChg chg="modNotesTx">
        <pc:chgData name="Cazan Alexia" userId="038c0effefee6b75" providerId="LiveId" clId="{52D3F8CB-72AC-4EDE-A8ED-E39E4E34D988}" dt="2026-01-13T10:24:17.770" v="21" actId="5793"/>
        <pc:sldMkLst>
          <pc:docMk/>
          <pc:sldMk cId="1851896080" sldId="258"/>
        </pc:sldMkLst>
      </pc:sldChg>
      <pc:sldChg chg="modNotesTx">
        <pc:chgData name="Cazan Alexia" userId="038c0effefee6b75" providerId="LiveId" clId="{52D3F8CB-72AC-4EDE-A8ED-E39E4E34D988}" dt="2026-01-13T10:24:25.555" v="22" actId="20577"/>
        <pc:sldMkLst>
          <pc:docMk/>
          <pc:sldMk cId="997860157" sldId="259"/>
        </pc:sldMkLst>
      </pc:sldChg>
      <pc:sldChg chg="modNotesTx">
        <pc:chgData name="Cazan Alexia" userId="038c0effefee6b75" providerId="LiveId" clId="{52D3F8CB-72AC-4EDE-A8ED-E39E4E34D988}" dt="2026-01-12T23:02:20.270" v="19" actId="20577"/>
        <pc:sldMkLst>
          <pc:docMk/>
          <pc:sldMk cId="4155348868" sldId="266"/>
        </pc:sldMkLst>
      </pc:sldChg>
      <pc:sldChg chg="modNotesTx">
        <pc:chgData name="Cazan Alexia" userId="038c0effefee6b75" providerId="LiveId" clId="{52D3F8CB-72AC-4EDE-A8ED-E39E4E34D988}" dt="2026-01-12T22:57:21.890" v="9" actId="20577"/>
        <pc:sldMkLst>
          <pc:docMk/>
          <pc:sldMk cId="3608343293" sldId="275"/>
        </pc:sldMkLst>
      </pc:sldChg>
      <pc:sldChg chg="new del">
        <pc:chgData name="Cazan Alexia" userId="038c0effefee6b75" providerId="LiveId" clId="{52D3F8CB-72AC-4EDE-A8ED-E39E4E34D988}" dt="2026-01-12T23:02:00.425" v="11" actId="47"/>
        <pc:sldMkLst>
          <pc:docMk/>
          <pc:sldMk cId="651745783" sldId="281"/>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BE3387C1-8EFB-44F7-8485-D662F1CF7333}" type="datetime1">
              <a:rPr lang="en-GB" smtClean="0"/>
              <a:t>13/01/2026</a:t>
            </a:fld>
            <a:endParaRPr lang="en-GB"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C64E50CC-F33A-4EF4-9F12-93EC4A21A0CF}" type="slidenum">
              <a:rPr lang="en-GB" smtClean="0"/>
              <a:t>‹#›</a:t>
            </a:fld>
            <a:endParaRPr lang="en-GB" dirty="0"/>
          </a:p>
        </p:txBody>
      </p:sp>
    </p:spTree>
    <p:extLst>
      <p:ext uri="{BB962C8B-B14F-4D97-AF65-F5344CB8AC3E}">
        <p14:creationId xmlns:p14="http://schemas.microsoft.com/office/powerpoint/2010/main" val="132329507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88D6434E-09F1-48C0-A525-B5A7008B7802}" type="datetime1">
              <a:rPr lang="en-GB" noProof="0" smtClean="0"/>
              <a:t>13/01/2026</a:t>
            </a:fld>
            <a:endParaRPr lang="en-GB"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GB"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n-GB" noProof="0" dirty="0"/>
              <a:t>Click to edit Master text styles</a:t>
            </a:r>
          </a:p>
          <a:p>
            <a:pPr lvl="1" rtl="0"/>
            <a:r>
              <a:rPr lang="en-GB" noProof="0" dirty="0"/>
              <a:t>Second level</a:t>
            </a:r>
          </a:p>
          <a:p>
            <a:pPr lvl="2" rtl="0"/>
            <a:r>
              <a:rPr lang="en-GB" noProof="0" dirty="0"/>
              <a:t>Third level</a:t>
            </a:r>
          </a:p>
          <a:p>
            <a:pPr lvl="3" rtl="0"/>
            <a:r>
              <a:rPr lang="en-GB" noProof="0" dirty="0"/>
              <a:t>Fourth level</a:t>
            </a:r>
          </a:p>
          <a:p>
            <a:pPr lvl="4" rtl="0"/>
            <a:r>
              <a:rPr lang="en-GB" noProof="0"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32674CE4-FBD8-4481-AEFB-CA53E599A745}" type="slidenum">
              <a:rPr lang="en-GB" noProof="0" smtClean="0"/>
              <a:t>‹#›</a:t>
            </a:fld>
            <a:endParaRPr lang="en-GB" noProof="0" dirty="0"/>
          </a:p>
        </p:txBody>
      </p:sp>
    </p:spTree>
    <p:extLst>
      <p:ext uri="{BB962C8B-B14F-4D97-AF65-F5344CB8AC3E}">
        <p14:creationId xmlns:p14="http://schemas.microsoft.com/office/powerpoint/2010/main" val="127326818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dirty="0"/>
          </a:p>
        </p:txBody>
      </p:sp>
      <p:sp>
        <p:nvSpPr>
          <p:cNvPr id="4" name="Slide Number Placeholder 3"/>
          <p:cNvSpPr>
            <a:spLocks noGrp="1"/>
          </p:cNvSpPr>
          <p:nvPr>
            <p:ph type="sldNum" sz="quarter" idx="10"/>
          </p:nvPr>
        </p:nvSpPr>
        <p:spPr/>
        <p:txBody>
          <a:bodyPr rtlCol="0"/>
          <a:lstStyle/>
          <a:p>
            <a:pPr rtl="0"/>
            <a:fld id="{32674CE4-FBD8-4481-AEFB-CA53E599A745}" type="slidenum">
              <a:rPr lang="en-GB" smtClean="0"/>
              <a:t>1</a:t>
            </a:fld>
            <a:endParaRPr lang="en-GB" dirty="0"/>
          </a:p>
        </p:txBody>
      </p:sp>
    </p:spTree>
    <p:extLst>
      <p:ext uri="{BB962C8B-B14F-4D97-AF65-F5344CB8AC3E}">
        <p14:creationId xmlns:p14="http://schemas.microsoft.com/office/powerpoint/2010/main" val="21479742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marL="0" indent="0" rtl="0">
              <a:buFont typeface="Arial" panose="020B0604020202020204" pitchFamily="34" charset="0"/>
              <a:buNone/>
            </a:pPr>
            <a:endParaRPr lang="en-GB" dirty="0"/>
          </a:p>
        </p:txBody>
      </p:sp>
      <p:sp>
        <p:nvSpPr>
          <p:cNvPr id="4" name="Slide Number Placeholder 3"/>
          <p:cNvSpPr>
            <a:spLocks noGrp="1"/>
          </p:cNvSpPr>
          <p:nvPr>
            <p:ph type="sldNum" sz="quarter" idx="10"/>
          </p:nvPr>
        </p:nvSpPr>
        <p:spPr/>
        <p:txBody>
          <a:bodyPr rtlCol="0"/>
          <a:lstStyle/>
          <a:p>
            <a:pPr rtl="0"/>
            <a:fld id="{CF2FD335-6D8E-486A-8F5F-DFC7325903FF}" type="slidenum">
              <a:rPr lang="en-GB" smtClean="0"/>
              <a:t>2</a:t>
            </a:fld>
            <a:endParaRPr lang="en-GB" dirty="0"/>
          </a:p>
        </p:txBody>
      </p:sp>
    </p:spTree>
    <p:extLst>
      <p:ext uri="{BB962C8B-B14F-4D97-AF65-F5344CB8AC3E}">
        <p14:creationId xmlns:p14="http://schemas.microsoft.com/office/powerpoint/2010/main" val="1188670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dirty="0"/>
          </a:p>
        </p:txBody>
      </p:sp>
      <p:sp>
        <p:nvSpPr>
          <p:cNvPr id="4" name="Slide Number Placeholder 3"/>
          <p:cNvSpPr>
            <a:spLocks noGrp="1"/>
          </p:cNvSpPr>
          <p:nvPr>
            <p:ph type="sldNum" sz="quarter" idx="10"/>
          </p:nvPr>
        </p:nvSpPr>
        <p:spPr/>
        <p:txBody>
          <a:bodyPr rtlCol="0"/>
          <a:lstStyle/>
          <a:p>
            <a:pPr rtl="0"/>
            <a:fld id="{CF2FD335-6D8E-486A-8F5F-DFC7325903FF}" type="slidenum">
              <a:rPr lang="en-GB" smtClean="0"/>
              <a:t>3</a:t>
            </a:fld>
            <a:endParaRPr lang="en-GB" dirty="0"/>
          </a:p>
        </p:txBody>
      </p:sp>
    </p:spTree>
    <p:extLst>
      <p:ext uri="{BB962C8B-B14F-4D97-AF65-F5344CB8AC3E}">
        <p14:creationId xmlns:p14="http://schemas.microsoft.com/office/powerpoint/2010/main" val="9558711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r>
              <a:rPr lang="en-GB" b="1" dirty="0"/>
              <a:t>Example objectives</a:t>
            </a:r>
          </a:p>
          <a:p>
            <a:pPr marL="0" indent="0" rtl="0">
              <a:buFont typeface="Arial" panose="020B0604020202020204" pitchFamily="34" charset="0"/>
              <a:buNone/>
            </a:pPr>
            <a:r>
              <a:rPr lang="en-GB" dirty="0"/>
              <a:t>At the end of this lesson, you will be able to:</a:t>
            </a:r>
          </a:p>
          <a:p>
            <a:pPr marL="171450" indent="-171450" rtl="0">
              <a:buFont typeface="Arial" panose="020B0604020202020204" pitchFamily="34" charset="0"/>
              <a:buChar char="•"/>
            </a:pPr>
            <a:r>
              <a:rPr lang="en-GB" dirty="0"/>
              <a:t>Save files to the team Web server.</a:t>
            </a:r>
          </a:p>
          <a:p>
            <a:pPr marL="171450" indent="-171450" rtl="0">
              <a:buFont typeface="Arial" panose="020B0604020202020204" pitchFamily="34" charset="0"/>
              <a:buChar char="•"/>
            </a:pPr>
            <a:r>
              <a:rPr lang="en-GB" dirty="0"/>
              <a:t>Move files to different locations on the team Web server.</a:t>
            </a:r>
          </a:p>
          <a:p>
            <a:pPr marL="171450" indent="-171450" rtl="0">
              <a:buFont typeface="Arial" panose="020B0604020202020204" pitchFamily="34" charset="0"/>
              <a:buChar char="•"/>
            </a:pPr>
            <a:r>
              <a:rPr lang="en-GB" dirty="0"/>
              <a:t>Share files on the team Web server.</a:t>
            </a:r>
          </a:p>
          <a:p>
            <a:pPr rtl="0"/>
            <a:endParaRPr lang="en-GB" dirty="0"/>
          </a:p>
          <a:p>
            <a:pPr rtl="0"/>
            <a:endParaRPr lang="en-GB" dirty="0"/>
          </a:p>
        </p:txBody>
      </p:sp>
      <p:sp>
        <p:nvSpPr>
          <p:cNvPr id="4" name="Slide Number Placeholder 3"/>
          <p:cNvSpPr>
            <a:spLocks noGrp="1"/>
          </p:cNvSpPr>
          <p:nvPr>
            <p:ph type="sldNum" sz="quarter" idx="10"/>
          </p:nvPr>
        </p:nvSpPr>
        <p:spPr/>
        <p:txBody>
          <a:bodyPr rtlCol="0"/>
          <a:lstStyle/>
          <a:p>
            <a:pPr rtl="0"/>
            <a:fld id="{CF2FD335-6D8E-486A-8F5F-DFC7325903FF}" type="slidenum">
              <a:rPr lang="en-GB" smtClean="0"/>
              <a:t>4</a:t>
            </a:fld>
            <a:endParaRPr lang="en-GB" dirty="0"/>
          </a:p>
        </p:txBody>
      </p:sp>
    </p:spTree>
    <p:extLst>
      <p:ext uri="{BB962C8B-B14F-4D97-AF65-F5344CB8AC3E}">
        <p14:creationId xmlns:p14="http://schemas.microsoft.com/office/powerpoint/2010/main" val="30694413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rtl="0"/>
            <a:fld id="{32674CE4-FBD8-4481-AEFB-CA53E599A745}" type="slidenum">
              <a:rPr lang="en-GB" smtClean="0"/>
              <a:t>5</a:t>
            </a:fld>
            <a:endParaRPr lang="en-GB" dirty="0"/>
          </a:p>
        </p:txBody>
      </p:sp>
    </p:spTree>
    <p:extLst>
      <p:ext uri="{BB962C8B-B14F-4D97-AF65-F5344CB8AC3E}">
        <p14:creationId xmlns:p14="http://schemas.microsoft.com/office/powerpoint/2010/main" val="12010505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C0888-0DFE-6AD1-6F51-9CE16C6E3A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0C4D4D-DE07-905F-3B4A-765E59CEBE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D4FFBF-657B-AF34-D77F-D3C6929DC571}"/>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F6EC21E4-3C25-9FFB-A2F4-EF9E0666F694}"/>
              </a:ext>
            </a:extLst>
          </p:cNvPr>
          <p:cNvSpPr>
            <a:spLocks noGrp="1"/>
          </p:cNvSpPr>
          <p:nvPr>
            <p:ph type="sldNum" sz="quarter" idx="10"/>
          </p:nvPr>
        </p:nvSpPr>
        <p:spPr/>
        <p:txBody>
          <a:bodyPr/>
          <a:lstStyle/>
          <a:p>
            <a:pPr rtl="0"/>
            <a:fld id="{32674CE4-FBD8-4481-AEFB-CA53E599A745}" type="slidenum">
              <a:rPr lang="en-GB" smtClean="0"/>
              <a:t>6</a:t>
            </a:fld>
            <a:endParaRPr lang="en-GB" dirty="0"/>
          </a:p>
        </p:txBody>
      </p:sp>
    </p:spTree>
    <p:extLst>
      <p:ext uri="{BB962C8B-B14F-4D97-AF65-F5344CB8AC3E}">
        <p14:creationId xmlns:p14="http://schemas.microsoft.com/office/powerpoint/2010/main" val="11822757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94191-465C-1E16-B5D4-61C1AF0819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163DC1-3350-DA66-1843-DE18E49B5F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BB2DCF-2096-F52C-A6E0-7A08FB3E04E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01CEF713-5B81-308B-DC77-559EC2029DAD}"/>
              </a:ext>
            </a:extLst>
          </p:cNvPr>
          <p:cNvSpPr>
            <a:spLocks noGrp="1"/>
          </p:cNvSpPr>
          <p:nvPr>
            <p:ph type="sldNum" sz="quarter" idx="10"/>
          </p:nvPr>
        </p:nvSpPr>
        <p:spPr/>
        <p:txBody>
          <a:bodyPr/>
          <a:lstStyle/>
          <a:p>
            <a:pPr rtl="0"/>
            <a:fld id="{32674CE4-FBD8-4481-AEFB-CA53E599A745}" type="slidenum">
              <a:rPr lang="en-GB" smtClean="0"/>
              <a:t>7</a:t>
            </a:fld>
            <a:endParaRPr lang="en-GB" dirty="0"/>
          </a:p>
        </p:txBody>
      </p:sp>
    </p:spTree>
    <p:extLst>
      <p:ext uri="{BB962C8B-B14F-4D97-AF65-F5344CB8AC3E}">
        <p14:creationId xmlns:p14="http://schemas.microsoft.com/office/powerpoint/2010/main" val="31180100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4908E-7E3C-B75D-69E7-2DB7F6ADB8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7E019F-7C00-BDF4-4378-3725C5D01C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9BBE2C-4479-0658-0220-9DD19B164F1E}"/>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6D5261F3-D5E4-D8CE-8EDD-7BB42CE49128}"/>
              </a:ext>
            </a:extLst>
          </p:cNvPr>
          <p:cNvSpPr>
            <a:spLocks noGrp="1"/>
          </p:cNvSpPr>
          <p:nvPr>
            <p:ph type="sldNum" sz="quarter" idx="10"/>
          </p:nvPr>
        </p:nvSpPr>
        <p:spPr/>
        <p:txBody>
          <a:bodyPr/>
          <a:lstStyle/>
          <a:p>
            <a:pPr rtl="0"/>
            <a:fld id="{32674CE4-FBD8-4481-AEFB-CA53E599A745}" type="slidenum">
              <a:rPr lang="en-GB" smtClean="0"/>
              <a:t>8</a:t>
            </a:fld>
            <a:endParaRPr lang="en-GB" dirty="0"/>
          </a:p>
        </p:txBody>
      </p:sp>
    </p:spTree>
    <p:extLst>
      <p:ext uri="{BB962C8B-B14F-4D97-AF65-F5344CB8AC3E}">
        <p14:creationId xmlns:p14="http://schemas.microsoft.com/office/powerpoint/2010/main" val="38356805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r>
              <a:rPr lang="en-GB" sz="1200" b="0" kern="1200" dirty="0">
                <a:solidFill>
                  <a:schemeClr val="tx1"/>
                </a:solidFill>
                <a:effectLst/>
                <a:latin typeface="+mn-lt"/>
                <a:ea typeface="+mn-ea"/>
                <a:cs typeface="+mn-cs"/>
              </a:rPr>
              <a:t>The function returns the following metrics together for easier comparison between models:</a:t>
            </a:r>
          </a:p>
          <a:p>
            <a:r>
              <a:rPr lang="en-GB" sz="1200" b="0" kern="1200" dirty="0">
                <a:solidFill>
                  <a:schemeClr val="tx1"/>
                </a:solidFill>
                <a:effectLst/>
                <a:latin typeface="+mn-lt"/>
                <a:ea typeface="+mn-ea"/>
                <a:cs typeface="+mn-cs"/>
              </a:rPr>
              <a:t>* Accuracy shows the overall proportion of correctly classified samples. </a:t>
            </a:r>
          </a:p>
          <a:p>
            <a:r>
              <a:rPr lang="en-GB" sz="1200" b="0" kern="1200" dirty="0">
                <a:solidFill>
                  <a:schemeClr val="tx1"/>
                </a:solidFill>
                <a:effectLst/>
                <a:latin typeface="+mn-lt"/>
                <a:ea typeface="+mn-ea"/>
                <a:cs typeface="+mn-cs"/>
              </a:rPr>
              <a:t>* Precision measures how many of the wines predicted as “good” are actually good. </a:t>
            </a:r>
          </a:p>
          <a:p>
            <a:r>
              <a:rPr lang="en-GB" sz="1200" b="0" kern="1200" dirty="0">
                <a:solidFill>
                  <a:schemeClr val="tx1"/>
                </a:solidFill>
                <a:effectLst/>
                <a:latin typeface="+mn-lt"/>
                <a:ea typeface="+mn-ea"/>
                <a:cs typeface="+mn-cs"/>
              </a:rPr>
              <a:t>* Recall indicates how many of the truly good wines were correctly identified by the model. </a:t>
            </a:r>
          </a:p>
          <a:p>
            <a:r>
              <a:rPr lang="en-GB" sz="1200" b="0" kern="1200" dirty="0">
                <a:solidFill>
                  <a:schemeClr val="tx1"/>
                </a:solidFill>
                <a:effectLst/>
                <a:latin typeface="+mn-lt"/>
                <a:ea typeface="+mn-ea"/>
                <a:cs typeface="+mn-cs"/>
              </a:rPr>
              <a:t>* F1-score combines precision and recall into a single metric, making it especially useful for this task since the dataset is imbalanced. </a:t>
            </a:r>
          </a:p>
          <a:p>
            <a:pPr rtl="0"/>
            <a:endParaRPr lang="en-GB" dirty="0"/>
          </a:p>
        </p:txBody>
      </p:sp>
      <p:sp>
        <p:nvSpPr>
          <p:cNvPr id="4" name="Slide Number Placeholder 3"/>
          <p:cNvSpPr>
            <a:spLocks noGrp="1"/>
          </p:cNvSpPr>
          <p:nvPr>
            <p:ph type="sldNum" sz="quarter" idx="10"/>
          </p:nvPr>
        </p:nvSpPr>
        <p:spPr/>
        <p:txBody>
          <a:bodyPr rtlCol="0"/>
          <a:lstStyle/>
          <a:p>
            <a:pPr rtl="0"/>
            <a:fld id="{5800B302-F4DC-4547-9C74-CF794137D166}" type="slidenum">
              <a:rPr lang="en-GB" smtClean="0"/>
              <a:t>9</a:t>
            </a:fld>
            <a:endParaRPr lang="en-GB" dirty="0"/>
          </a:p>
        </p:txBody>
      </p:sp>
    </p:spTree>
    <p:extLst>
      <p:ext uri="{BB962C8B-B14F-4D97-AF65-F5344CB8AC3E}">
        <p14:creationId xmlns:p14="http://schemas.microsoft.com/office/powerpoint/2010/main" val="9086555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rtl="0"/>
            <a:fld id="{32674CE4-FBD8-4481-AEFB-CA53E599A745}" type="slidenum">
              <a:rPr lang="en-GB" smtClean="0"/>
              <a:t>10</a:t>
            </a:fld>
            <a:endParaRPr lang="en-GB" dirty="0"/>
          </a:p>
        </p:txBody>
      </p:sp>
    </p:spTree>
    <p:extLst>
      <p:ext uri="{BB962C8B-B14F-4D97-AF65-F5344CB8AC3E}">
        <p14:creationId xmlns:p14="http://schemas.microsoft.com/office/powerpoint/2010/main" val="20009539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48D97-3AA8-C9AE-9E33-9C02C3BCC3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B195F6-A5B5-0E77-7F28-43512952DE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FAB94F-02BE-66FE-9253-D9653C8707F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D9097684-DE53-0B5E-1740-A099AC721BFC}"/>
              </a:ext>
            </a:extLst>
          </p:cNvPr>
          <p:cNvSpPr>
            <a:spLocks noGrp="1"/>
          </p:cNvSpPr>
          <p:nvPr>
            <p:ph type="sldNum" sz="quarter" idx="10"/>
          </p:nvPr>
        </p:nvSpPr>
        <p:spPr/>
        <p:txBody>
          <a:bodyPr/>
          <a:lstStyle/>
          <a:p>
            <a:pPr rtl="0"/>
            <a:fld id="{32674CE4-FBD8-4481-AEFB-CA53E599A745}" type="slidenum">
              <a:rPr lang="en-GB" smtClean="0"/>
              <a:t>11</a:t>
            </a:fld>
            <a:endParaRPr lang="en-GB" dirty="0"/>
          </a:p>
        </p:txBody>
      </p:sp>
    </p:spTree>
    <p:extLst>
      <p:ext uri="{BB962C8B-B14F-4D97-AF65-F5344CB8AC3E}">
        <p14:creationId xmlns:p14="http://schemas.microsoft.com/office/powerpoint/2010/main" val="33601401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Type</a:t>
            </a:r>
            <a:r>
              <a:rPr lang="en-GB" dirty="0"/>
              <a:t>: string (</a:t>
            </a:r>
            <a:r>
              <a:rPr lang="en-GB" sz="1200" kern="1200" dirty="0">
                <a:solidFill>
                  <a:schemeClr val="tx1"/>
                </a:solidFill>
                <a:latin typeface="+mn-lt"/>
                <a:ea typeface="+mn-ea"/>
                <a:cs typeface="+mn-cs"/>
              </a:rPr>
              <a:t>'l1'</a:t>
            </a:r>
            <a:r>
              <a:rPr lang="en-GB" dirty="0"/>
              <a:t>, </a:t>
            </a:r>
            <a:r>
              <a:rPr lang="en-GB" sz="1200" kern="1200" dirty="0">
                <a:solidFill>
                  <a:schemeClr val="tx1"/>
                </a:solidFill>
                <a:latin typeface="+mn-lt"/>
                <a:ea typeface="+mn-ea"/>
                <a:cs typeface="+mn-cs"/>
              </a:rPr>
              <a:t>'l2'</a:t>
            </a:r>
            <a:r>
              <a:rPr lang="en-GB" dirty="0"/>
              <a:t>, </a:t>
            </a:r>
            <a:r>
              <a:rPr lang="en-GB" sz="1200" kern="1200" dirty="0">
                <a:solidFill>
                  <a:schemeClr val="tx1"/>
                </a:solidFill>
                <a:latin typeface="+mn-lt"/>
                <a:ea typeface="+mn-ea"/>
                <a:cs typeface="+mn-cs"/>
              </a:rPr>
              <a:t>'</a:t>
            </a:r>
            <a:r>
              <a:rPr lang="en-GB" sz="1200" kern="1200" dirty="0" err="1">
                <a:solidFill>
                  <a:schemeClr val="tx1"/>
                </a:solidFill>
                <a:latin typeface="+mn-lt"/>
                <a:ea typeface="+mn-ea"/>
                <a:cs typeface="+mn-cs"/>
              </a:rPr>
              <a:t>elasticnet</a:t>
            </a:r>
            <a:r>
              <a:rPr lang="en-GB" sz="1200" kern="1200" dirty="0">
                <a:solidFill>
                  <a:schemeClr val="tx1"/>
                </a:solidFill>
                <a:latin typeface="+mn-lt"/>
                <a:ea typeface="+mn-ea"/>
                <a:cs typeface="+mn-cs"/>
              </a:rPr>
              <a:t>'</a:t>
            </a:r>
            <a:r>
              <a:rPr lang="en-GB" dirty="0"/>
              <a:t>, or </a:t>
            </a:r>
            <a:r>
              <a:rPr lang="en-GB" sz="1200" kern="1200" dirty="0">
                <a:solidFill>
                  <a:schemeClr val="tx1"/>
                </a:solidFill>
                <a:latin typeface="+mn-lt"/>
                <a:ea typeface="+mn-ea"/>
                <a:cs typeface="+mn-cs"/>
              </a:rPr>
              <a:t>None</a:t>
            </a:r>
            <a:r>
              <a:rPr lang="en-GB" dirty="0"/>
              <a:t>)</a:t>
            </a:r>
          </a:p>
          <a:p>
            <a:r>
              <a:rPr lang="en-GB" b="1" dirty="0"/>
              <a:t>Purpose</a:t>
            </a:r>
            <a:r>
              <a:rPr lang="en-GB" dirty="0"/>
              <a:t>: regularization method (helps prevent overfitting)</a:t>
            </a:r>
          </a:p>
          <a:p>
            <a:r>
              <a:rPr lang="en-GB" sz="1200" kern="1200" dirty="0">
                <a:solidFill>
                  <a:schemeClr val="tx1"/>
                </a:solidFill>
                <a:latin typeface="+mn-lt"/>
                <a:ea typeface="+mn-ea"/>
                <a:cs typeface="+mn-cs"/>
              </a:rPr>
              <a:t>'l1'</a:t>
            </a:r>
            <a:r>
              <a:rPr lang="en-GB" dirty="0"/>
              <a:t>Lasso → can shrink some coefficients to zero → feature selection</a:t>
            </a:r>
          </a:p>
          <a:p>
            <a:r>
              <a:rPr lang="en-GB" sz="1200" kern="1200" dirty="0">
                <a:solidFill>
                  <a:schemeClr val="tx1"/>
                </a:solidFill>
                <a:latin typeface="+mn-lt"/>
                <a:ea typeface="+mn-ea"/>
                <a:cs typeface="+mn-cs"/>
              </a:rPr>
              <a:t>'l2'</a:t>
            </a:r>
            <a:r>
              <a:rPr lang="en-GB" dirty="0"/>
              <a:t>Ridge → penalizes large coefficients → keeps all features</a:t>
            </a:r>
          </a:p>
          <a:p>
            <a:r>
              <a:rPr lang="en-GB" sz="1200" kern="1200" dirty="0">
                <a:solidFill>
                  <a:schemeClr val="tx1"/>
                </a:solidFill>
                <a:latin typeface="+mn-lt"/>
                <a:ea typeface="+mn-ea"/>
                <a:cs typeface="+mn-cs"/>
              </a:rPr>
              <a:t>'</a:t>
            </a:r>
            <a:r>
              <a:rPr lang="en-GB" sz="1200" kern="1200" dirty="0" err="1">
                <a:solidFill>
                  <a:schemeClr val="tx1"/>
                </a:solidFill>
                <a:latin typeface="+mn-lt"/>
                <a:ea typeface="+mn-ea"/>
                <a:cs typeface="+mn-cs"/>
              </a:rPr>
              <a:t>elasticnet'</a:t>
            </a:r>
            <a:r>
              <a:rPr lang="en-GB" dirty="0" err="1"/>
              <a:t>combination</a:t>
            </a:r>
            <a:r>
              <a:rPr lang="en-GB" dirty="0"/>
              <a:t> of L1 + L2</a:t>
            </a:r>
          </a:p>
          <a:p>
            <a:r>
              <a:rPr lang="en-GB" sz="1200" kern="1200" dirty="0">
                <a:solidFill>
                  <a:schemeClr val="tx1"/>
                </a:solidFill>
                <a:latin typeface="+mn-lt"/>
                <a:ea typeface="+mn-ea"/>
                <a:cs typeface="+mn-cs"/>
              </a:rPr>
              <a:t>None</a:t>
            </a:r>
            <a:r>
              <a:rPr lang="en-GB" dirty="0"/>
              <a:t>no regularization</a:t>
            </a:r>
          </a:p>
          <a:p>
            <a:endParaRPr lang="en-GB" dirty="0"/>
          </a:p>
          <a:p>
            <a:r>
              <a:rPr lang="en-GB" b="1" dirty="0"/>
              <a:t>Purpose</a:t>
            </a:r>
            <a:r>
              <a:rPr lang="en-GB" dirty="0"/>
              <a:t>: strength of regularization </a:t>
            </a:r>
            <a:r>
              <a:rPr lang="en-GB" b="1" dirty="0"/>
              <a:t>inverse</a:t>
            </a:r>
            <a:endParaRPr lang="en-GB" dirty="0"/>
          </a:p>
          <a:p>
            <a:r>
              <a:rPr lang="en-GB" sz="1200" kern="1200" dirty="0">
                <a:solidFill>
                  <a:schemeClr val="tx1"/>
                </a:solidFill>
                <a:latin typeface="+mn-lt"/>
                <a:ea typeface="+mn-ea"/>
                <a:cs typeface="+mn-cs"/>
              </a:rPr>
              <a:t>C</a:t>
            </a:r>
            <a:r>
              <a:rPr lang="en-GB" dirty="0"/>
              <a:t> </a:t>
            </a:r>
            <a:r>
              <a:rPr lang="en-GB" b="1" dirty="0"/>
              <a:t>large</a:t>
            </a:r>
            <a:r>
              <a:rPr lang="en-GB" dirty="0"/>
              <a:t> → weaker regularization (model can fit more)</a:t>
            </a:r>
          </a:p>
          <a:p>
            <a:r>
              <a:rPr lang="en-GB" sz="1200" kern="1200" dirty="0">
                <a:solidFill>
                  <a:schemeClr val="tx1"/>
                </a:solidFill>
                <a:latin typeface="+mn-lt"/>
                <a:ea typeface="+mn-ea"/>
                <a:cs typeface="+mn-cs"/>
              </a:rPr>
              <a:t>C</a:t>
            </a:r>
            <a:r>
              <a:rPr lang="en-GB" dirty="0"/>
              <a:t> </a:t>
            </a:r>
            <a:r>
              <a:rPr lang="en-GB" b="1" dirty="0"/>
              <a:t>small</a:t>
            </a:r>
            <a:r>
              <a:rPr lang="en-GB" dirty="0"/>
              <a:t> → stronger regularization (model simpler)</a:t>
            </a:r>
          </a:p>
          <a:p>
            <a:endParaRPr lang="en-GB" dirty="0"/>
          </a:p>
          <a:p>
            <a:endParaRPr lang="en-GB" dirty="0"/>
          </a:p>
          <a:p>
            <a:r>
              <a:rPr lang="en-GB" dirty="0"/>
              <a:t>solver='</a:t>
            </a:r>
            <a:r>
              <a:rPr lang="en-GB" dirty="0" err="1"/>
              <a:t>lbfgs</a:t>
            </a:r>
            <a:r>
              <a:rPr lang="en-GB" dirty="0"/>
              <a:t>'</a:t>
            </a:r>
          </a:p>
          <a:p>
            <a:r>
              <a:rPr lang="en-GB" b="1" dirty="0"/>
              <a:t>Type</a:t>
            </a:r>
            <a:r>
              <a:rPr lang="en-GB" dirty="0"/>
              <a:t>: string</a:t>
            </a:r>
          </a:p>
          <a:p>
            <a:r>
              <a:rPr lang="en-GB" b="1" dirty="0"/>
              <a:t>Purpose</a:t>
            </a:r>
            <a:r>
              <a:rPr lang="en-GB" dirty="0"/>
              <a:t>: the optimization algorithm used to find the best coefficients</a:t>
            </a:r>
          </a:p>
          <a:p>
            <a:r>
              <a:rPr lang="en-GB" sz="1200" kern="1200" dirty="0">
                <a:solidFill>
                  <a:schemeClr val="tx1"/>
                </a:solidFill>
                <a:latin typeface="+mn-lt"/>
                <a:ea typeface="+mn-ea"/>
                <a:cs typeface="+mn-cs"/>
              </a:rPr>
              <a:t>'</a:t>
            </a:r>
            <a:r>
              <a:rPr lang="en-GB" sz="1200" kern="1200" dirty="0" err="1">
                <a:solidFill>
                  <a:schemeClr val="tx1"/>
                </a:solidFill>
                <a:latin typeface="+mn-lt"/>
                <a:ea typeface="+mn-ea"/>
                <a:cs typeface="+mn-cs"/>
              </a:rPr>
              <a:t>lbfgs'</a:t>
            </a:r>
            <a:r>
              <a:rPr lang="en-GB" dirty="0" err="1"/>
              <a:t>Default</a:t>
            </a:r>
            <a:r>
              <a:rPr lang="en-GB" dirty="0"/>
              <a:t>, works well for L2 and most datasets</a:t>
            </a:r>
          </a:p>
          <a:p>
            <a:r>
              <a:rPr lang="en-GB" sz="1200" kern="1200" dirty="0">
                <a:solidFill>
                  <a:schemeClr val="tx1"/>
                </a:solidFill>
                <a:latin typeface="+mn-lt"/>
                <a:ea typeface="+mn-ea"/>
                <a:cs typeface="+mn-cs"/>
              </a:rPr>
              <a:t>'</a:t>
            </a:r>
            <a:r>
              <a:rPr lang="en-GB" sz="1200" kern="1200" dirty="0" err="1">
                <a:solidFill>
                  <a:schemeClr val="tx1"/>
                </a:solidFill>
                <a:latin typeface="+mn-lt"/>
                <a:ea typeface="+mn-ea"/>
                <a:cs typeface="+mn-cs"/>
              </a:rPr>
              <a:t>liblinear'</a:t>
            </a:r>
            <a:r>
              <a:rPr lang="en-GB" dirty="0" err="1"/>
              <a:t>Small</a:t>
            </a:r>
            <a:r>
              <a:rPr lang="en-GB" dirty="0"/>
              <a:t> datasets, supports L1 penalty</a:t>
            </a:r>
          </a:p>
          <a:p>
            <a:r>
              <a:rPr lang="en-GB" sz="1200" kern="1200" dirty="0">
                <a:solidFill>
                  <a:schemeClr val="tx1"/>
                </a:solidFill>
                <a:latin typeface="+mn-lt"/>
                <a:ea typeface="+mn-ea"/>
                <a:cs typeface="+mn-cs"/>
              </a:rPr>
              <a:t>'sag'</a:t>
            </a:r>
            <a:r>
              <a:rPr lang="en-GB" dirty="0"/>
              <a:t> / </a:t>
            </a:r>
            <a:r>
              <a:rPr lang="en-GB" sz="1200" kern="1200" dirty="0">
                <a:solidFill>
                  <a:schemeClr val="tx1"/>
                </a:solidFill>
                <a:latin typeface="+mn-lt"/>
                <a:ea typeface="+mn-ea"/>
                <a:cs typeface="+mn-cs"/>
              </a:rPr>
              <a:t>'</a:t>
            </a:r>
            <a:r>
              <a:rPr lang="en-GB" sz="1200" kern="1200" dirty="0" err="1">
                <a:solidFill>
                  <a:schemeClr val="tx1"/>
                </a:solidFill>
                <a:latin typeface="+mn-lt"/>
                <a:ea typeface="+mn-ea"/>
                <a:cs typeface="+mn-cs"/>
              </a:rPr>
              <a:t>saga'</a:t>
            </a:r>
            <a:r>
              <a:rPr lang="en-GB" dirty="0" err="1"/>
              <a:t>Large</a:t>
            </a:r>
            <a:r>
              <a:rPr lang="en-GB" dirty="0"/>
              <a:t> datasets, faster for many samples</a:t>
            </a:r>
          </a:p>
          <a:p>
            <a:r>
              <a:rPr lang="en-GB" sz="1200" kern="1200" dirty="0">
                <a:solidFill>
                  <a:schemeClr val="tx1"/>
                </a:solidFill>
                <a:latin typeface="+mn-lt"/>
                <a:ea typeface="+mn-ea"/>
                <a:cs typeface="+mn-cs"/>
              </a:rPr>
              <a:t>'newton-</a:t>
            </a:r>
            <a:r>
              <a:rPr lang="en-GB" sz="1200" kern="1200" dirty="0" err="1">
                <a:solidFill>
                  <a:schemeClr val="tx1"/>
                </a:solidFill>
                <a:latin typeface="+mn-lt"/>
                <a:ea typeface="+mn-ea"/>
                <a:cs typeface="+mn-cs"/>
              </a:rPr>
              <a:t>cg'</a:t>
            </a:r>
            <a:r>
              <a:rPr lang="en-GB" dirty="0" err="1"/>
              <a:t>Works</a:t>
            </a:r>
            <a:r>
              <a:rPr lang="en-GB" dirty="0"/>
              <a:t> with L2, slower but stable</a:t>
            </a:r>
          </a:p>
          <a:p>
            <a:endParaRPr lang="en-GB" dirty="0"/>
          </a:p>
          <a:p>
            <a:endParaRPr lang="en-GB" dirty="0"/>
          </a:p>
          <a:p>
            <a:endParaRPr lang="en-GB" dirty="0"/>
          </a:p>
          <a:p>
            <a:endParaRPr lang="en-GB" dirty="0"/>
          </a:p>
        </p:txBody>
      </p:sp>
      <p:sp>
        <p:nvSpPr>
          <p:cNvPr id="4" name="Slide Number Placeholder 3"/>
          <p:cNvSpPr>
            <a:spLocks noGrp="1"/>
          </p:cNvSpPr>
          <p:nvPr>
            <p:ph type="sldNum" sz="quarter" idx="5"/>
          </p:nvPr>
        </p:nvSpPr>
        <p:spPr/>
        <p:txBody>
          <a:bodyPr/>
          <a:lstStyle/>
          <a:p>
            <a:pPr rtl="0"/>
            <a:fld id="{32674CE4-FBD8-4481-AEFB-CA53E599A745}" type="slidenum">
              <a:rPr lang="en-GB" noProof="0" smtClean="0"/>
              <a:t>12</a:t>
            </a:fld>
            <a:endParaRPr lang="en-GB" noProof="0" dirty="0"/>
          </a:p>
        </p:txBody>
      </p:sp>
    </p:spTree>
    <p:extLst>
      <p:ext uri="{BB962C8B-B14F-4D97-AF65-F5344CB8AC3E}">
        <p14:creationId xmlns:p14="http://schemas.microsoft.com/office/powerpoint/2010/main" val="1920521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kern="1200" dirty="0">
                <a:solidFill>
                  <a:schemeClr val="tx1"/>
                </a:solidFill>
                <a:effectLst/>
                <a:latin typeface="+mn-lt"/>
                <a:ea typeface="+mn-ea"/>
                <a:cs typeface="+mn-cs"/>
              </a:rPr>
              <a:t>`Ridge Regression` is a linear model that estimates the continuous wine quality score by finding a weighted combination of features while penalizing large coefficients through regularization (alpha). This helps reduce overfitting and keeps the model stable when features are correlated (as observed in the EDA phase of the project). It is simple, interpretable, and works well when the relationship between features and the target is roughly linear.</a:t>
            </a:r>
          </a:p>
          <a:p>
            <a:endParaRPr lang="en-GB" sz="1200" b="0" kern="1200" dirty="0">
              <a:solidFill>
                <a:schemeClr val="tx1"/>
              </a:solidFill>
              <a:effectLst/>
              <a:latin typeface="+mn-lt"/>
              <a:ea typeface="+mn-ea"/>
              <a:cs typeface="+mn-cs"/>
            </a:endParaRPr>
          </a:p>
          <a:p>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`MAE (Mean Absolute Error)`: Measures the average absolute difference between the predicted and actual values. Lower MAE means the model’s predictions are closer to the true values.</a:t>
            </a:r>
          </a:p>
          <a:p>
            <a:r>
              <a:rPr lang="en-GB" sz="1200" b="0" kern="1200" dirty="0">
                <a:solidFill>
                  <a:schemeClr val="tx1"/>
                </a:solidFill>
                <a:effectLst/>
                <a:latin typeface="+mn-lt"/>
                <a:ea typeface="+mn-ea"/>
                <a:cs typeface="+mn-cs"/>
              </a:rPr>
              <a:t>`MSE (Mean Squared Error)`: Measures the average squared difference between predictions and actual values. It penalizes larger errors more than smaller ones, so it highlights models that occasionally make big mistakes.</a:t>
            </a:r>
          </a:p>
          <a:p>
            <a:r>
              <a:rPr lang="en-GB" sz="1200" b="0" kern="1200" dirty="0">
                <a:solidFill>
                  <a:schemeClr val="tx1"/>
                </a:solidFill>
                <a:effectLst/>
                <a:latin typeface="+mn-lt"/>
                <a:ea typeface="+mn-ea"/>
                <a:cs typeface="+mn-cs"/>
              </a:rPr>
              <a:t>`RMSE (Root Mean Squared Error)`: The square root of MSE. It is in the same units as the target variable and also penalizes large errors, giving a sense of typical prediction error magnitude.</a:t>
            </a:r>
          </a:p>
          <a:p>
            <a:r>
              <a:rPr lang="en-GB" sz="1200" b="0" kern="1200" dirty="0">
                <a:solidFill>
                  <a:schemeClr val="tx1"/>
                </a:solidFill>
                <a:effectLst/>
                <a:latin typeface="+mn-lt"/>
                <a:ea typeface="+mn-ea"/>
                <a:cs typeface="+mn-cs"/>
              </a:rPr>
              <a:t>`R² (R-squared score)`: Indicates how much of the variation in the target variable is explained by the model. Values closer to 1 mean the model explains most of the variance, while values near 0 mean the model barely improves over simply predicting the mean.</a:t>
            </a:r>
          </a:p>
          <a:p>
            <a:br>
              <a:rPr lang="en-GB" sz="1200" b="0" kern="1200" dirty="0">
                <a:solidFill>
                  <a:schemeClr val="tx1"/>
                </a:solidFill>
                <a:effectLst/>
                <a:latin typeface="+mn-lt"/>
                <a:ea typeface="+mn-ea"/>
                <a:cs typeface="+mn-cs"/>
              </a:rPr>
            </a:br>
            <a:endParaRPr lang="en-GB" sz="1200" b="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pPr rtl="0"/>
            <a:fld id="{32674CE4-FBD8-4481-AEFB-CA53E599A745}" type="slidenum">
              <a:rPr lang="en-GB" smtClean="0"/>
              <a:t>15</a:t>
            </a:fld>
            <a:endParaRPr lang="en-GB" dirty="0"/>
          </a:p>
        </p:txBody>
      </p:sp>
    </p:spTree>
    <p:extLst>
      <p:ext uri="{BB962C8B-B14F-4D97-AF65-F5344CB8AC3E}">
        <p14:creationId xmlns:p14="http://schemas.microsoft.com/office/powerpoint/2010/main" val="21566603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b="1" dirty="0"/>
              <a:t>α</a:t>
            </a:r>
            <a:r>
              <a:rPr lang="el-GR" dirty="0"/>
              <a:t> = </a:t>
            </a:r>
            <a:r>
              <a:rPr lang="en-GB"/>
              <a:t>regularization strength</a:t>
            </a:r>
            <a:endParaRPr lang="en-GB" dirty="0"/>
          </a:p>
        </p:txBody>
      </p:sp>
      <p:sp>
        <p:nvSpPr>
          <p:cNvPr id="4" name="Slide Number Placeholder 3"/>
          <p:cNvSpPr>
            <a:spLocks noGrp="1"/>
          </p:cNvSpPr>
          <p:nvPr>
            <p:ph type="sldNum" sz="quarter" idx="5"/>
          </p:nvPr>
        </p:nvSpPr>
        <p:spPr/>
        <p:txBody>
          <a:bodyPr/>
          <a:lstStyle/>
          <a:p>
            <a:pPr rtl="0"/>
            <a:fld id="{32674CE4-FBD8-4481-AEFB-CA53E599A745}" type="slidenum">
              <a:rPr lang="en-GB" noProof="0" smtClean="0"/>
              <a:t>16</a:t>
            </a:fld>
            <a:endParaRPr lang="en-GB" noProof="0" dirty="0"/>
          </a:p>
        </p:txBody>
      </p:sp>
    </p:spTree>
    <p:extLst>
      <p:ext uri="{BB962C8B-B14F-4D97-AF65-F5344CB8AC3E}">
        <p14:creationId xmlns:p14="http://schemas.microsoft.com/office/powerpoint/2010/main" val="10862776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rtl="0"/>
            <a:fld id="{32674CE4-FBD8-4481-AEFB-CA53E599A745}" type="slidenum">
              <a:rPr lang="en-GB" smtClean="0"/>
              <a:t>19</a:t>
            </a:fld>
            <a:endParaRPr lang="en-GB" dirty="0"/>
          </a:p>
        </p:txBody>
      </p:sp>
    </p:spTree>
    <p:extLst>
      <p:ext uri="{BB962C8B-B14F-4D97-AF65-F5344CB8AC3E}">
        <p14:creationId xmlns:p14="http://schemas.microsoft.com/office/powerpoint/2010/main" val="4314844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rtl="0"/>
            <a:fld id="{32674CE4-FBD8-4481-AEFB-CA53E599A745}" type="slidenum">
              <a:rPr lang="en-GB" smtClean="0"/>
              <a:t>20</a:t>
            </a:fld>
            <a:endParaRPr lang="en-GB" dirty="0"/>
          </a:p>
        </p:txBody>
      </p:sp>
    </p:spTree>
    <p:extLst>
      <p:ext uri="{BB962C8B-B14F-4D97-AF65-F5344CB8AC3E}">
        <p14:creationId xmlns:p14="http://schemas.microsoft.com/office/powerpoint/2010/main" val="39137858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9" name="Rectangle 18"/>
          <p:cNvSpPr/>
          <p:nvPr/>
        </p:nvSpPr>
        <p:spPr>
          <a:xfrm>
            <a:off x="0" y="0"/>
            <a:ext cx="12192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en-GB" sz="1800" noProof="0" dirty="0"/>
          </a:p>
        </p:txBody>
      </p:sp>
      <p:sp>
        <p:nvSpPr>
          <p:cNvPr id="23" name="Rectangle 22"/>
          <p:cNvSpPr/>
          <p:nvPr/>
        </p:nvSpPr>
        <p:spPr>
          <a:xfrm flipV="1">
            <a:off x="7213577" y="3810001"/>
            <a:ext cx="4978425"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en-GB" sz="1800" noProof="0" dirty="0"/>
          </a:p>
        </p:txBody>
      </p:sp>
      <p:sp>
        <p:nvSpPr>
          <p:cNvPr id="24" name="Rectangle 23"/>
          <p:cNvSpPr/>
          <p:nvPr/>
        </p:nvSpPr>
        <p:spPr>
          <a:xfrm flipV="1">
            <a:off x="7213601" y="3897010"/>
            <a:ext cx="49784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en-GB" sz="1800" noProof="0" dirty="0"/>
          </a:p>
        </p:txBody>
      </p:sp>
      <p:sp>
        <p:nvSpPr>
          <p:cNvPr id="25" name="Rectangle 24"/>
          <p:cNvSpPr/>
          <p:nvPr/>
        </p:nvSpPr>
        <p:spPr>
          <a:xfrm flipV="1">
            <a:off x="7213601" y="4115167"/>
            <a:ext cx="49784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en-GB" sz="1800" noProof="0" dirty="0"/>
          </a:p>
        </p:txBody>
      </p:sp>
      <p:sp>
        <p:nvSpPr>
          <p:cNvPr id="26" name="Rectangle 25"/>
          <p:cNvSpPr/>
          <p:nvPr/>
        </p:nvSpPr>
        <p:spPr>
          <a:xfrm flipV="1">
            <a:off x="7213600" y="4164403"/>
            <a:ext cx="262128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en-GB" sz="1800" noProof="0" dirty="0"/>
          </a:p>
        </p:txBody>
      </p:sp>
      <p:sp>
        <p:nvSpPr>
          <p:cNvPr id="27" name="Rectangle 26"/>
          <p:cNvSpPr/>
          <p:nvPr/>
        </p:nvSpPr>
        <p:spPr>
          <a:xfrm flipV="1">
            <a:off x="7213600" y="4199572"/>
            <a:ext cx="262128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en-GB" sz="1800" noProof="0" dirty="0"/>
          </a:p>
        </p:txBody>
      </p:sp>
      <p:sp useBgFill="1">
        <p:nvSpPr>
          <p:cNvPr id="30" name="Rounded Rectangle 29"/>
          <p:cNvSpPr/>
          <p:nvPr/>
        </p:nvSpPr>
        <p:spPr bwMode="white">
          <a:xfrm>
            <a:off x="7213600" y="3962400"/>
            <a:ext cx="408432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en-GB" sz="1800" noProof="0" dirty="0"/>
          </a:p>
        </p:txBody>
      </p:sp>
      <p:sp useBgFill="1">
        <p:nvSpPr>
          <p:cNvPr id="31" name="Rounded Rectangle 30"/>
          <p:cNvSpPr/>
          <p:nvPr/>
        </p:nvSpPr>
        <p:spPr bwMode="white">
          <a:xfrm>
            <a:off x="9835343" y="4060983"/>
            <a:ext cx="21336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en-GB" sz="1800" noProof="0" dirty="0"/>
          </a:p>
        </p:txBody>
      </p:sp>
      <p:sp>
        <p:nvSpPr>
          <p:cNvPr id="7" name="Rectangle 6"/>
          <p:cNvSpPr/>
          <p:nvPr/>
        </p:nvSpPr>
        <p:spPr>
          <a:xfrm>
            <a:off x="1" y="3649662"/>
            <a:ext cx="12192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en-GB" sz="1800" noProof="0" dirty="0"/>
          </a:p>
        </p:txBody>
      </p:sp>
      <p:sp>
        <p:nvSpPr>
          <p:cNvPr id="10" name="Rectangle 9"/>
          <p:cNvSpPr/>
          <p:nvPr/>
        </p:nvSpPr>
        <p:spPr>
          <a:xfrm>
            <a:off x="1" y="3675528"/>
            <a:ext cx="12192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en-GB" sz="1800" noProof="0" dirty="0"/>
          </a:p>
        </p:txBody>
      </p:sp>
      <p:sp>
        <p:nvSpPr>
          <p:cNvPr id="11" name="Rectangle 10"/>
          <p:cNvSpPr/>
          <p:nvPr/>
        </p:nvSpPr>
        <p:spPr>
          <a:xfrm flipV="1">
            <a:off x="8552068" y="3643090"/>
            <a:ext cx="3639933"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en-GB" sz="1800" noProof="0" dirty="0"/>
          </a:p>
        </p:txBody>
      </p:sp>
      <p:sp>
        <p:nvSpPr>
          <p:cNvPr id="8" name="Title 7"/>
          <p:cNvSpPr>
            <a:spLocks noGrp="1"/>
          </p:cNvSpPr>
          <p:nvPr>
            <p:ph type="ctrTitle"/>
          </p:nvPr>
        </p:nvSpPr>
        <p:spPr>
          <a:xfrm>
            <a:off x="609600" y="2389009"/>
            <a:ext cx="11277600" cy="1470025"/>
          </a:xfrm>
        </p:spPr>
        <p:txBody>
          <a:bodyPr rtlCol="0" anchor="b"/>
          <a:lstStyle>
            <a:lvl1pPr>
              <a:defRPr sz="4400">
                <a:solidFill>
                  <a:schemeClr val="bg1"/>
                </a:solidFill>
              </a:defRPr>
            </a:lvl1pPr>
          </a:lstStyle>
          <a:p>
            <a:pPr rtl="0"/>
            <a:r>
              <a:rPr lang="en-GB" noProof="0"/>
              <a:t>Click to edit Master title style</a:t>
            </a:r>
            <a:endParaRPr lang="en-GB" noProof="0" dirty="0"/>
          </a:p>
        </p:txBody>
      </p:sp>
      <p:sp>
        <p:nvSpPr>
          <p:cNvPr id="9" name="Subtitle 8"/>
          <p:cNvSpPr>
            <a:spLocks noGrp="1"/>
          </p:cNvSpPr>
          <p:nvPr>
            <p:ph type="subTitle" idx="1"/>
          </p:nvPr>
        </p:nvSpPr>
        <p:spPr>
          <a:xfrm>
            <a:off x="609600" y="3899938"/>
            <a:ext cx="6604000" cy="1752600"/>
          </a:xfrm>
        </p:spPr>
        <p:txBody>
          <a:bodyPr rtlCol="0"/>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rtl="0"/>
            <a:r>
              <a:rPr lang="en-GB" noProof="0"/>
              <a:t>Click to edit Master subtitle style</a:t>
            </a:r>
            <a:endParaRPr lang="en-GB" noProof="0" dirty="0"/>
          </a:p>
        </p:txBody>
      </p:sp>
      <p:sp>
        <p:nvSpPr>
          <p:cNvPr id="17" name="Footer Placeholder 16"/>
          <p:cNvSpPr>
            <a:spLocks noGrp="1"/>
          </p:cNvSpPr>
          <p:nvPr>
            <p:ph type="ftr" sz="quarter" idx="11"/>
          </p:nvPr>
        </p:nvSpPr>
        <p:spPr>
          <a:xfrm>
            <a:off x="7265116" y="4205288"/>
            <a:ext cx="1727200" cy="457200"/>
          </a:xfrm>
        </p:spPr>
        <p:txBody>
          <a:bodyPr rtlCol="0"/>
          <a:lstStyle>
            <a:lvl1pPr>
              <a:defRPr>
                <a:solidFill>
                  <a:schemeClr val="accent2">
                    <a:lumMod val="75000"/>
                  </a:schemeClr>
                </a:solidFill>
              </a:defRPr>
            </a:lvl1pPr>
          </a:lstStyle>
          <a:p>
            <a:pPr rtl="0"/>
            <a:r>
              <a:rPr lang="en-GB" noProof="0" dirty="0"/>
              <a:t>Add a footer</a:t>
            </a:r>
          </a:p>
        </p:txBody>
      </p:sp>
      <p:sp>
        <p:nvSpPr>
          <p:cNvPr id="28" name="Date Placeholder 27"/>
          <p:cNvSpPr>
            <a:spLocks noGrp="1"/>
          </p:cNvSpPr>
          <p:nvPr>
            <p:ph type="dt" sz="half" idx="10"/>
          </p:nvPr>
        </p:nvSpPr>
        <p:spPr>
          <a:xfrm>
            <a:off x="9043832" y="4206240"/>
            <a:ext cx="1280160" cy="457200"/>
          </a:xfrm>
        </p:spPr>
        <p:txBody>
          <a:bodyPr rtlCol="0"/>
          <a:lstStyle>
            <a:lvl1pPr>
              <a:defRPr>
                <a:solidFill>
                  <a:schemeClr val="accent2">
                    <a:lumMod val="75000"/>
                  </a:schemeClr>
                </a:solidFill>
              </a:defRPr>
            </a:lvl1pPr>
          </a:lstStyle>
          <a:p>
            <a:pPr rtl="0"/>
            <a:fld id="{B4AAD351-6347-4318-B935-1E0F1B6A61D6}" type="datetime1">
              <a:rPr lang="en-GB" noProof="0" smtClean="0"/>
              <a:t>13/01/2026</a:t>
            </a:fld>
            <a:endParaRPr lang="en-GB" noProof="0" dirty="0"/>
          </a:p>
        </p:txBody>
      </p:sp>
      <p:sp>
        <p:nvSpPr>
          <p:cNvPr id="29" name="Slide Number Placeholder 28"/>
          <p:cNvSpPr>
            <a:spLocks noGrp="1"/>
          </p:cNvSpPr>
          <p:nvPr>
            <p:ph type="sldNum" sz="quarter" idx="12"/>
          </p:nvPr>
        </p:nvSpPr>
        <p:spPr>
          <a:xfrm>
            <a:off x="11093451" y="1136"/>
            <a:ext cx="996949" cy="365760"/>
          </a:xfrm>
        </p:spPr>
        <p:txBody>
          <a:bodyPr rtlCol="0"/>
          <a:lstStyle>
            <a:lvl1pPr algn="r">
              <a:defRPr sz="1800">
                <a:solidFill>
                  <a:schemeClr val="bg1"/>
                </a:solidFill>
              </a:defRPr>
            </a:lvl1pPr>
          </a:lstStyle>
          <a:p>
            <a:pPr rtl="0"/>
            <a:fld id="{401CF334-2D5C-4859-84A6-CA7E6E43FAEB}" type="slidenum">
              <a:rPr lang="en-GB" noProof="0" smtClean="0"/>
              <a:t>‹#›</a:t>
            </a:fld>
            <a:endParaRPr lang="en-GB" noProof="0" dirty="0"/>
          </a:p>
        </p:txBody>
      </p:sp>
    </p:spTree>
    <p:extLst>
      <p:ext uri="{BB962C8B-B14F-4D97-AF65-F5344CB8AC3E}">
        <p14:creationId xmlns:p14="http://schemas.microsoft.com/office/powerpoint/2010/main" val="3601152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pPr rtl="0"/>
            <a:r>
              <a:rPr lang="en-GB" noProof="0"/>
              <a:t>Click to edit Master title style</a:t>
            </a:r>
            <a:endParaRPr lang="en-GB" noProof="0" dirty="0"/>
          </a:p>
        </p:txBody>
      </p:sp>
      <p:sp>
        <p:nvSpPr>
          <p:cNvPr id="3" name="Content Placeholder 2"/>
          <p:cNvSpPr>
            <a:spLocks noGrp="1"/>
          </p:cNvSpPr>
          <p:nvPr>
            <p:ph idx="1"/>
          </p:nvPr>
        </p:nvSpPr>
        <p:spPr/>
        <p:txBody>
          <a:bodyPr rtlCol="0"/>
          <a:lstStyle>
            <a:lvl1pPr>
              <a:defRPr/>
            </a:lvl1pPr>
            <a:lvl5pPr>
              <a:defRPr/>
            </a:lvl5pPr>
            <a:lvl6pPr>
              <a:defRPr/>
            </a:lvl6pPr>
          </a:lstStyle>
          <a:p>
            <a:pPr lvl="0" rtl="0" eaLnBrk="1" latinLnBrk="0" hangingPunct="1"/>
            <a:r>
              <a:rPr lang="en-GB" noProof="0"/>
              <a:t>Click to edit Master text styles</a:t>
            </a:r>
          </a:p>
          <a:p>
            <a:pPr lvl="1" rtl="0" eaLnBrk="1" latinLnBrk="0" hangingPunct="1"/>
            <a:r>
              <a:rPr lang="en-GB" noProof="0"/>
              <a:t>Second level</a:t>
            </a:r>
          </a:p>
          <a:p>
            <a:pPr lvl="2" rtl="0" eaLnBrk="1" latinLnBrk="0" hangingPunct="1"/>
            <a:r>
              <a:rPr lang="en-GB" noProof="0"/>
              <a:t>Third level</a:t>
            </a:r>
          </a:p>
          <a:p>
            <a:pPr lvl="3" rtl="0" eaLnBrk="1" latinLnBrk="0" hangingPunct="1"/>
            <a:r>
              <a:rPr lang="en-GB" noProof="0"/>
              <a:t>Fourth level</a:t>
            </a:r>
          </a:p>
          <a:p>
            <a:pPr lvl="4" rtl="0" eaLnBrk="1" latinLnBrk="0" hangingPunct="1"/>
            <a:r>
              <a:rPr lang="en-GB" noProof="0"/>
              <a:t>Fifth level</a:t>
            </a:r>
            <a:endParaRPr kumimoji="0" lang="en-GB" noProof="0" dirty="0"/>
          </a:p>
        </p:txBody>
      </p:sp>
      <p:sp>
        <p:nvSpPr>
          <p:cNvPr id="5" name="Footer Placeholder 4"/>
          <p:cNvSpPr>
            <a:spLocks noGrp="1"/>
          </p:cNvSpPr>
          <p:nvPr>
            <p:ph type="ftr" sz="quarter" idx="11"/>
          </p:nvPr>
        </p:nvSpPr>
        <p:spPr/>
        <p:txBody>
          <a:bodyPr rtlCol="0"/>
          <a:lstStyle/>
          <a:p>
            <a:pPr rtl="0"/>
            <a:r>
              <a:rPr lang="en-GB" noProof="0" dirty="0"/>
              <a:t>Add a footer</a:t>
            </a:r>
          </a:p>
        </p:txBody>
      </p:sp>
      <p:sp>
        <p:nvSpPr>
          <p:cNvPr id="4" name="Date Placeholder 3"/>
          <p:cNvSpPr>
            <a:spLocks noGrp="1"/>
          </p:cNvSpPr>
          <p:nvPr>
            <p:ph type="dt" sz="half" idx="10"/>
          </p:nvPr>
        </p:nvSpPr>
        <p:spPr/>
        <p:txBody>
          <a:bodyPr rtlCol="0"/>
          <a:lstStyle/>
          <a:p>
            <a:pPr rtl="0"/>
            <a:fld id="{71F23539-3F81-4F1E-A9B7-5CE0C1986E23}" type="datetime1">
              <a:rPr lang="en-GB" noProof="0" smtClean="0"/>
              <a:t>13/01/2026</a:t>
            </a:fld>
            <a:endParaRPr lang="en-GB" noProof="0" dirty="0"/>
          </a:p>
        </p:txBody>
      </p:sp>
      <p:sp>
        <p:nvSpPr>
          <p:cNvPr id="6" name="Slide Number Placeholder 5"/>
          <p:cNvSpPr>
            <a:spLocks noGrp="1"/>
          </p:cNvSpPr>
          <p:nvPr>
            <p:ph type="sldNum" sz="quarter" idx="12"/>
          </p:nvPr>
        </p:nvSpPr>
        <p:spPr/>
        <p:txBody>
          <a:bodyPr rtlCol="0"/>
          <a:lstStyle/>
          <a:p>
            <a:pPr rtl="0"/>
            <a:fld id="{401CF334-2D5C-4859-84A6-CA7E6E43FAEB}" type="slidenum">
              <a:rPr lang="en-GB" noProof="0" smtClean="0"/>
              <a:t>‹#›</a:t>
            </a:fld>
            <a:endParaRPr lang="en-GB" noProof="0" dirty="0"/>
          </a:p>
        </p:txBody>
      </p:sp>
    </p:spTree>
    <p:extLst>
      <p:ext uri="{BB962C8B-B14F-4D97-AF65-F5344CB8AC3E}">
        <p14:creationId xmlns:p14="http://schemas.microsoft.com/office/powerpoint/2010/main" val="3594303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1968322"/>
            <a:ext cx="10363200" cy="1362075"/>
          </a:xfrm>
        </p:spPr>
        <p:txBody>
          <a:bodyPr rtlCol="0" anchor="b">
            <a:noAutofit/>
          </a:bodyPr>
          <a:lstStyle>
            <a:lvl1pPr algn="l">
              <a:buNone/>
              <a:defRPr sz="4300" b="1" cap="none" baseline="0">
                <a:ln w="12700">
                  <a:solidFill>
                    <a:schemeClr val="accent2">
                      <a:shade val="90000"/>
                      <a:satMod val="150000"/>
                    </a:schemeClr>
                  </a:solidFill>
                </a:ln>
                <a:solidFill>
                  <a:schemeClr val="accent2"/>
                </a:solidFill>
                <a:effectLst/>
              </a:defRPr>
            </a:lvl1pPr>
          </a:lstStyle>
          <a:p>
            <a:pPr rtl="0"/>
            <a:r>
              <a:rPr lang="en-GB" noProof="0"/>
              <a:t>Click to edit Master title style</a:t>
            </a:r>
            <a:endParaRPr kumimoji="0" lang="en-GB" noProof="0" dirty="0"/>
          </a:p>
        </p:txBody>
      </p:sp>
      <p:sp>
        <p:nvSpPr>
          <p:cNvPr id="3" name="Text Placeholder 2"/>
          <p:cNvSpPr>
            <a:spLocks noGrp="1"/>
          </p:cNvSpPr>
          <p:nvPr>
            <p:ph type="body" idx="1"/>
          </p:nvPr>
        </p:nvSpPr>
        <p:spPr>
          <a:xfrm>
            <a:off x="963084" y="3367088"/>
            <a:ext cx="10363200" cy="1509712"/>
          </a:xfrm>
        </p:spPr>
        <p:txBody>
          <a:bodyPr rtlCol="0"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rtl="0" eaLnBrk="1" latinLnBrk="0" hangingPunct="1"/>
            <a:r>
              <a:rPr lang="en-GB" noProof="0"/>
              <a:t>Click to edit Master text styles</a:t>
            </a:r>
          </a:p>
        </p:txBody>
      </p:sp>
      <p:sp>
        <p:nvSpPr>
          <p:cNvPr id="5" name="Footer Placeholder 4"/>
          <p:cNvSpPr>
            <a:spLocks noGrp="1"/>
          </p:cNvSpPr>
          <p:nvPr>
            <p:ph type="ftr" sz="quarter" idx="11"/>
          </p:nvPr>
        </p:nvSpPr>
        <p:spPr/>
        <p:txBody>
          <a:bodyPr rtlCol="0"/>
          <a:lstStyle/>
          <a:p>
            <a:pPr rtl="0"/>
            <a:r>
              <a:rPr lang="en-GB" noProof="0" dirty="0"/>
              <a:t>Add a footer</a:t>
            </a:r>
          </a:p>
        </p:txBody>
      </p:sp>
      <p:sp>
        <p:nvSpPr>
          <p:cNvPr id="4" name="Date Placeholder 3"/>
          <p:cNvSpPr>
            <a:spLocks noGrp="1"/>
          </p:cNvSpPr>
          <p:nvPr>
            <p:ph type="dt" sz="half" idx="10"/>
          </p:nvPr>
        </p:nvSpPr>
        <p:spPr/>
        <p:txBody>
          <a:bodyPr rtlCol="0"/>
          <a:lstStyle/>
          <a:p>
            <a:pPr rtl="0"/>
            <a:fld id="{56854DA5-E4EE-42EA-9BC9-3160B1480769}" type="datetime1">
              <a:rPr lang="en-GB" noProof="0" smtClean="0"/>
              <a:t>13/01/2026</a:t>
            </a:fld>
            <a:endParaRPr lang="en-GB" noProof="0" dirty="0"/>
          </a:p>
        </p:txBody>
      </p:sp>
      <p:sp>
        <p:nvSpPr>
          <p:cNvPr id="6" name="Slide Number Placeholder 5"/>
          <p:cNvSpPr>
            <a:spLocks noGrp="1"/>
          </p:cNvSpPr>
          <p:nvPr>
            <p:ph type="sldNum" sz="quarter" idx="12"/>
          </p:nvPr>
        </p:nvSpPr>
        <p:spPr/>
        <p:txBody>
          <a:bodyPr rtlCol="0"/>
          <a:lstStyle/>
          <a:p>
            <a:pPr rtl="0"/>
            <a:fld id="{401CF334-2D5C-4859-84A6-CA7E6E43FAEB}" type="slidenum">
              <a:rPr lang="en-GB" noProof="0" smtClean="0"/>
              <a:t>‹#›</a:t>
            </a:fld>
            <a:endParaRPr lang="en-GB" noProof="0" dirty="0"/>
          </a:p>
        </p:txBody>
      </p:sp>
    </p:spTree>
    <p:extLst>
      <p:ext uri="{BB962C8B-B14F-4D97-AF65-F5344CB8AC3E}">
        <p14:creationId xmlns:p14="http://schemas.microsoft.com/office/powerpoint/2010/main" val="2705127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pPr rtl="0"/>
            <a:r>
              <a:rPr lang="en-GB" noProof="0"/>
              <a:t>Click to edit Master title style</a:t>
            </a:r>
            <a:endParaRPr lang="en-GB" noProof="0" dirty="0"/>
          </a:p>
        </p:txBody>
      </p:sp>
      <p:sp>
        <p:nvSpPr>
          <p:cNvPr id="3" name="Content Placeholder 2"/>
          <p:cNvSpPr>
            <a:spLocks noGrp="1"/>
          </p:cNvSpPr>
          <p:nvPr>
            <p:ph sz="half" idx="1"/>
          </p:nvPr>
        </p:nvSpPr>
        <p:spPr>
          <a:xfrm>
            <a:off x="609600" y="2249425"/>
            <a:ext cx="5384800" cy="4341875"/>
          </a:xfrm>
        </p:spPr>
        <p:txBody>
          <a:bodyPr rtlCol="0"/>
          <a:lstStyle>
            <a:lvl1pPr>
              <a:defRPr sz="2000"/>
            </a:lvl1pPr>
            <a:lvl2pPr>
              <a:defRPr sz="1900"/>
            </a:lvl2pPr>
            <a:lvl3pPr>
              <a:defRPr sz="1800"/>
            </a:lvl3pPr>
            <a:lvl4pPr>
              <a:defRPr sz="1800"/>
            </a:lvl4pPr>
            <a:lvl5pPr>
              <a:defRPr sz="1800"/>
            </a:lvl5pPr>
          </a:lstStyle>
          <a:p>
            <a:pPr lvl="0" rtl="0" eaLnBrk="1" latinLnBrk="0" hangingPunct="1"/>
            <a:r>
              <a:rPr lang="en-GB" noProof="0"/>
              <a:t>Click to edit Master text styles</a:t>
            </a:r>
          </a:p>
          <a:p>
            <a:pPr lvl="1" rtl="0" eaLnBrk="1" latinLnBrk="0" hangingPunct="1"/>
            <a:r>
              <a:rPr lang="en-GB" noProof="0"/>
              <a:t>Second level</a:t>
            </a:r>
          </a:p>
          <a:p>
            <a:pPr lvl="2" rtl="0" eaLnBrk="1" latinLnBrk="0" hangingPunct="1"/>
            <a:r>
              <a:rPr lang="en-GB" noProof="0"/>
              <a:t>Third level</a:t>
            </a:r>
          </a:p>
          <a:p>
            <a:pPr lvl="3" rtl="0" eaLnBrk="1" latinLnBrk="0" hangingPunct="1"/>
            <a:r>
              <a:rPr lang="en-GB" noProof="0"/>
              <a:t>Fourth level</a:t>
            </a:r>
          </a:p>
          <a:p>
            <a:pPr lvl="4" rtl="0" eaLnBrk="1" latinLnBrk="0" hangingPunct="1"/>
            <a:r>
              <a:rPr lang="en-GB" noProof="0"/>
              <a:t>Fifth level</a:t>
            </a:r>
            <a:endParaRPr kumimoji="0" lang="en-GB" noProof="0" dirty="0"/>
          </a:p>
        </p:txBody>
      </p:sp>
      <p:sp>
        <p:nvSpPr>
          <p:cNvPr id="4" name="Content Placeholder 3"/>
          <p:cNvSpPr>
            <a:spLocks noGrp="1"/>
          </p:cNvSpPr>
          <p:nvPr>
            <p:ph sz="half" idx="2"/>
          </p:nvPr>
        </p:nvSpPr>
        <p:spPr>
          <a:xfrm>
            <a:off x="6197600" y="2249425"/>
            <a:ext cx="5384800" cy="4341875"/>
          </a:xfrm>
        </p:spPr>
        <p:txBody>
          <a:bodyPr rtlCol="0"/>
          <a:lstStyle>
            <a:lvl1pPr>
              <a:defRPr sz="2000"/>
            </a:lvl1pPr>
            <a:lvl2pPr>
              <a:defRPr sz="1900"/>
            </a:lvl2pPr>
            <a:lvl3pPr>
              <a:defRPr sz="1800"/>
            </a:lvl3pPr>
            <a:lvl4pPr>
              <a:defRPr sz="1800"/>
            </a:lvl4pPr>
            <a:lvl5pPr>
              <a:defRPr sz="1800"/>
            </a:lvl5pPr>
          </a:lstStyle>
          <a:p>
            <a:pPr lvl="0" rtl="0" eaLnBrk="1" latinLnBrk="0" hangingPunct="1"/>
            <a:r>
              <a:rPr lang="en-GB" noProof="0"/>
              <a:t>Click to edit Master text styles</a:t>
            </a:r>
          </a:p>
          <a:p>
            <a:pPr lvl="1" rtl="0" eaLnBrk="1" latinLnBrk="0" hangingPunct="1"/>
            <a:r>
              <a:rPr lang="en-GB" noProof="0"/>
              <a:t>Second level</a:t>
            </a:r>
          </a:p>
          <a:p>
            <a:pPr lvl="2" rtl="0" eaLnBrk="1" latinLnBrk="0" hangingPunct="1"/>
            <a:r>
              <a:rPr lang="en-GB" noProof="0"/>
              <a:t>Third level</a:t>
            </a:r>
          </a:p>
          <a:p>
            <a:pPr lvl="3" rtl="0" eaLnBrk="1" latinLnBrk="0" hangingPunct="1"/>
            <a:r>
              <a:rPr lang="en-GB" noProof="0"/>
              <a:t>Fourth level</a:t>
            </a:r>
          </a:p>
          <a:p>
            <a:pPr lvl="4" rtl="0" eaLnBrk="1" latinLnBrk="0" hangingPunct="1"/>
            <a:r>
              <a:rPr lang="en-GB" noProof="0"/>
              <a:t>Fifth level</a:t>
            </a:r>
            <a:endParaRPr kumimoji="0" lang="en-GB" noProof="0" dirty="0"/>
          </a:p>
        </p:txBody>
      </p:sp>
      <p:sp>
        <p:nvSpPr>
          <p:cNvPr id="6" name="Footer Placeholder 5"/>
          <p:cNvSpPr>
            <a:spLocks noGrp="1"/>
          </p:cNvSpPr>
          <p:nvPr>
            <p:ph type="ftr" sz="quarter" idx="11"/>
          </p:nvPr>
        </p:nvSpPr>
        <p:spPr/>
        <p:txBody>
          <a:bodyPr rtlCol="0"/>
          <a:lstStyle/>
          <a:p>
            <a:pPr rtl="0"/>
            <a:r>
              <a:rPr lang="en-GB" noProof="0" dirty="0"/>
              <a:t>Add a footer</a:t>
            </a:r>
          </a:p>
        </p:txBody>
      </p:sp>
      <p:sp>
        <p:nvSpPr>
          <p:cNvPr id="5" name="Date Placeholder 4"/>
          <p:cNvSpPr>
            <a:spLocks noGrp="1"/>
          </p:cNvSpPr>
          <p:nvPr>
            <p:ph type="dt" sz="half" idx="10"/>
          </p:nvPr>
        </p:nvSpPr>
        <p:spPr/>
        <p:txBody>
          <a:bodyPr rtlCol="0"/>
          <a:lstStyle/>
          <a:p>
            <a:pPr rtl="0"/>
            <a:fld id="{E9A1BF5D-7537-4BA8-9976-6302714DE26C}" type="datetime1">
              <a:rPr lang="en-GB" noProof="0" smtClean="0"/>
              <a:t>13/01/2026</a:t>
            </a:fld>
            <a:endParaRPr lang="en-GB" noProof="0" dirty="0"/>
          </a:p>
        </p:txBody>
      </p:sp>
      <p:sp>
        <p:nvSpPr>
          <p:cNvPr id="7" name="Slide Number Placeholder 6"/>
          <p:cNvSpPr>
            <a:spLocks noGrp="1"/>
          </p:cNvSpPr>
          <p:nvPr>
            <p:ph type="sldNum" sz="quarter" idx="12"/>
          </p:nvPr>
        </p:nvSpPr>
        <p:spPr/>
        <p:txBody>
          <a:bodyPr rtlCol="0"/>
          <a:lstStyle/>
          <a:p>
            <a:pPr rtl="0"/>
            <a:fld id="{401CF334-2D5C-4859-84A6-CA7E6E43FAEB}" type="slidenum">
              <a:rPr lang="en-GB" noProof="0" smtClean="0"/>
              <a:t>‹#›</a:t>
            </a:fld>
            <a:endParaRPr lang="en-GB" noProof="0" dirty="0"/>
          </a:p>
        </p:txBody>
      </p:sp>
    </p:spTree>
    <p:extLst>
      <p:ext uri="{BB962C8B-B14F-4D97-AF65-F5344CB8AC3E}">
        <p14:creationId xmlns:p14="http://schemas.microsoft.com/office/powerpoint/2010/main" val="3446445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0" orient="horz" pos="2160" userDrawn="1">
          <p15:clr>
            <a:srgbClr val="FBAE40"/>
          </p15:clr>
        </p15:guide>
        <p15:guide id="1"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8000" y="1143000"/>
            <a:ext cx="11176000" cy="1069848"/>
          </a:xfrm>
        </p:spPr>
        <p:txBody>
          <a:bodyPr rtlCol="0" anchor="ctr"/>
          <a:lstStyle>
            <a:lvl1pPr>
              <a:defRPr sz="4000" b="0" i="0" cap="none" baseline="0"/>
            </a:lvl1pPr>
          </a:lstStyle>
          <a:p>
            <a:pPr rtl="0"/>
            <a:r>
              <a:rPr lang="en-GB" noProof="0"/>
              <a:t>Click to edit Master title style</a:t>
            </a:r>
            <a:endParaRPr lang="en-GB" noProof="0" dirty="0"/>
          </a:p>
        </p:txBody>
      </p:sp>
      <p:sp>
        <p:nvSpPr>
          <p:cNvPr id="3" name="Text Placeholder 2"/>
          <p:cNvSpPr>
            <a:spLocks noGrp="1"/>
          </p:cNvSpPr>
          <p:nvPr>
            <p:ph type="body" idx="1"/>
          </p:nvPr>
        </p:nvSpPr>
        <p:spPr>
          <a:xfrm>
            <a:off x="508000" y="2244970"/>
            <a:ext cx="5388864" cy="457200"/>
          </a:xfrm>
          <a:solidFill>
            <a:schemeClr val="accent2">
              <a:lumMod val="60000"/>
              <a:lumOff val="40000"/>
              <a:alpha val="25000"/>
            </a:schemeClr>
          </a:solidFill>
          <a:ln w="12700">
            <a:solidFill>
              <a:schemeClr val="accent2"/>
            </a:solidFill>
          </a:ln>
        </p:spPr>
        <p:txBody>
          <a:bodyPr rtlCol="0"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rtl="0" eaLnBrk="1" latinLnBrk="0" hangingPunct="1"/>
            <a:r>
              <a:rPr lang="en-GB" noProof="0"/>
              <a:t>Click to edit Master text styles</a:t>
            </a:r>
          </a:p>
        </p:txBody>
      </p:sp>
      <p:sp>
        <p:nvSpPr>
          <p:cNvPr id="5" name="Content Placeholder 4"/>
          <p:cNvSpPr>
            <a:spLocks noGrp="1"/>
          </p:cNvSpPr>
          <p:nvPr>
            <p:ph sz="quarter" idx="2"/>
          </p:nvPr>
        </p:nvSpPr>
        <p:spPr>
          <a:xfrm>
            <a:off x="508000" y="2708519"/>
            <a:ext cx="5388864" cy="3886200"/>
          </a:xfrm>
        </p:spPr>
        <p:txBody>
          <a:bodyPr rtlCol="0"/>
          <a:lstStyle>
            <a:lvl1pPr>
              <a:defRPr sz="2000"/>
            </a:lvl1pPr>
            <a:lvl2pPr>
              <a:defRPr sz="2000"/>
            </a:lvl2pPr>
            <a:lvl3pPr>
              <a:defRPr sz="1800"/>
            </a:lvl3pPr>
            <a:lvl4pPr>
              <a:defRPr sz="1600"/>
            </a:lvl4pPr>
            <a:lvl5pPr>
              <a:defRPr sz="1600"/>
            </a:lvl5pPr>
          </a:lstStyle>
          <a:p>
            <a:pPr lvl="0" rtl="0" eaLnBrk="1" latinLnBrk="0" hangingPunct="1"/>
            <a:r>
              <a:rPr lang="en-GB" noProof="0"/>
              <a:t>Click to edit Master text styles</a:t>
            </a:r>
          </a:p>
          <a:p>
            <a:pPr lvl="1" rtl="0" eaLnBrk="1" latinLnBrk="0" hangingPunct="1"/>
            <a:r>
              <a:rPr lang="en-GB" noProof="0"/>
              <a:t>Second level</a:t>
            </a:r>
          </a:p>
          <a:p>
            <a:pPr lvl="2" rtl="0" eaLnBrk="1" latinLnBrk="0" hangingPunct="1"/>
            <a:r>
              <a:rPr lang="en-GB" noProof="0"/>
              <a:t>Third level</a:t>
            </a:r>
          </a:p>
          <a:p>
            <a:pPr lvl="3" rtl="0" eaLnBrk="1" latinLnBrk="0" hangingPunct="1"/>
            <a:r>
              <a:rPr lang="en-GB" noProof="0"/>
              <a:t>Fourth level</a:t>
            </a:r>
          </a:p>
          <a:p>
            <a:pPr lvl="4" rtl="0" eaLnBrk="1" latinLnBrk="0" hangingPunct="1"/>
            <a:r>
              <a:rPr lang="en-GB" noProof="0"/>
              <a:t>Fifth level</a:t>
            </a:r>
            <a:endParaRPr kumimoji="0" lang="en-GB" noProof="0" dirty="0"/>
          </a:p>
        </p:txBody>
      </p:sp>
      <p:sp>
        <p:nvSpPr>
          <p:cNvPr id="4" name="Text Placeholder 3"/>
          <p:cNvSpPr>
            <a:spLocks noGrp="1"/>
          </p:cNvSpPr>
          <p:nvPr>
            <p:ph type="body" sz="half" idx="3"/>
          </p:nvPr>
        </p:nvSpPr>
        <p:spPr>
          <a:xfrm>
            <a:off x="6294968" y="2244970"/>
            <a:ext cx="5389033" cy="457200"/>
          </a:xfrm>
          <a:solidFill>
            <a:schemeClr val="accent2">
              <a:lumMod val="60000"/>
              <a:lumOff val="40000"/>
              <a:alpha val="25000"/>
            </a:schemeClr>
          </a:solidFill>
          <a:ln w="12700">
            <a:solidFill>
              <a:schemeClr val="accent2"/>
            </a:solidFill>
          </a:ln>
        </p:spPr>
        <p:txBody>
          <a:bodyPr rtlCol="0"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rtl="0" eaLnBrk="1" latinLnBrk="0" hangingPunct="1"/>
            <a:r>
              <a:rPr lang="en-GB" noProof="0"/>
              <a:t>Click to edit Master text styles</a:t>
            </a:r>
          </a:p>
        </p:txBody>
      </p:sp>
      <p:sp>
        <p:nvSpPr>
          <p:cNvPr id="6" name="Content Placeholder 5"/>
          <p:cNvSpPr>
            <a:spLocks noGrp="1"/>
          </p:cNvSpPr>
          <p:nvPr>
            <p:ph sz="quarter" idx="4"/>
          </p:nvPr>
        </p:nvSpPr>
        <p:spPr>
          <a:xfrm>
            <a:off x="6291073" y="2708519"/>
            <a:ext cx="5389033" cy="3886200"/>
          </a:xfrm>
        </p:spPr>
        <p:txBody>
          <a:bodyPr rtlCol="0"/>
          <a:lstStyle>
            <a:lvl1pPr>
              <a:defRPr sz="2000"/>
            </a:lvl1pPr>
            <a:lvl2pPr>
              <a:defRPr sz="2000"/>
            </a:lvl2pPr>
            <a:lvl3pPr>
              <a:defRPr sz="1800"/>
            </a:lvl3pPr>
            <a:lvl4pPr>
              <a:defRPr sz="1600"/>
            </a:lvl4pPr>
            <a:lvl5pPr>
              <a:defRPr sz="1600"/>
            </a:lvl5pPr>
          </a:lstStyle>
          <a:p>
            <a:pPr lvl="0" rtl="0" eaLnBrk="1" latinLnBrk="0" hangingPunct="1"/>
            <a:r>
              <a:rPr lang="en-GB" noProof="0"/>
              <a:t>Click to edit Master text styles</a:t>
            </a:r>
          </a:p>
          <a:p>
            <a:pPr lvl="1" rtl="0" eaLnBrk="1" latinLnBrk="0" hangingPunct="1"/>
            <a:r>
              <a:rPr lang="en-GB" noProof="0"/>
              <a:t>Second level</a:t>
            </a:r>
          </a:p>
          <a:p>
            <a:pPr lvl="2" rtl="0" eaLnBrk="1" latinLnBrk="0" hangingPunct="1"/>
            <a:r>
              <a:rPr lang="en-GB" noProof="0"/>
              <a:t>Third level</a:t>
            </a:r>
          </a:p>
          <a:p>
            <a:pPr lvl="3" rtl="0" eaLnBrk="1" latinLnBrk="0" hangingPunct="1"/>
            <a:r>
              <a:rPr lang="en-GB" noProof="0"/>
              <a:t>Fourth level</a:t>
            </a:r>
          </a:p>
          <a:p>
            <a:pPr lvl="4" rtl="0" eaLnBrk="1" latinLnBrk="0" hangingPunct="1"/>
            <a:r>
              <a:rPr lang="en-GB" noProof="0"/>
              <a:t>Fifth level</a:t>
            </a:r>
            <a:endParaRPr kumimoji="0" lang="en-GB" noProof="0" dirty="0"/>
          </a:p>
        </p:txBody>
      </p:sp>
      <p:sp>
        <p:nvSpPr>
          <p:cNvPr id="28" name="Footer Placeholder 27"/>
          <p:cNvSpPr>
            <a:spLocks noGrp="1"/>
          </p:cNvSpPr>
          <p:nvPr>
            <p:ph type="ftr" sz="quarter" idx="12"/>
          </p:nvPr>
        </p:nvSpPr>
        <p:spPr/>
        <p:txBody>
          <a:bodyPr rtlCol="0"/>
          <a:lstStyle/>
          <a:p>
            <a:pPr rtl="0"/>
            <a:r>
              <a:rPr lang="en-GB" noProof="0" dirty="0"/>
              <a:t>Add a footer</a:t>
            </a:r>
          </a:p>
        </p:txBody>
      </p:sp>
      <p:sp>
        <p:nvSpPr>
          <p:cNvPr id="26" name="Date Placeholder 25"/>
          <p:cNvSpPr>
            <a:spLocks noGrp="1"/>
          </p:cNvSpPr>
          <p:nvPr>
            <p:ph type="dt" sz="half" idx="10"/>
          </p:nvPr>
        </p:nvSpPr>
        <p:spPr/>
        <p:txBody>
          <a:bodyPr rtlCol="0"/>
          <a:lstStyle/>
          <a:p>
            <a:pPr rtl="0"/>
            <a:fld id="{8F8E4797-21F6-4D41-B035-97FEABB63BCE}" type="datetime1">
              <a:rPr lang="en-GB" noProof="0" smtClean="0"/>
              <a:t>13/01/2026</a:t>
            </a:fld>
            <a:endParaRPr lang="en-GB" noProof="0" dirty="0"/>
          </a:p>
        </p:txBody>
      </p:sp>
      <p:sp>
        <p:nvSpPr>
          <p:cNvPr id="27" name="Slide Number Placeholder 26"/>
          <p:cNvSpPr>
            <a:spLocks noGrp="1"/>
          </p:cNvSpPr>
          <p:nvPr>
            <p:ph type="sldNum" sz="quarter" idx="11"/>
          </p:nvPr>
        </p:nvSpPr>
        <p:spPr/>
        <p:txBody>
          <a:bodyPr rtlCol="0"/>
          <a:lstStyle/>
          <a:p>
            <a:pPr rtl="0"/>
            <a:fld id="{401CF334-2D5C-4859-84A6-CA7E6E43FAEB}" type="slidenum">
              <a:rPr lang="en-GB" noProof="0" smtClean="0"/>
              <a:t>‹#›</a:t>
            </a:fld>
            <a:endParaRPr lang="en-GB" noProof="0" dirty="0"/>
          </a:p>
        </p:txBody>
      </p:sp>
    </p:spTree>
    <p:extLst>
      <p:ext uri="{BB962C8B-B14F-4D97-AF65-F5344CB8AC3E}">
        <p14:creationId xmlns:p14="http://schemas.microsoft.com/office/powerpoint/2010/main" val="370716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1143000"/>
            <a:ext cx="10972800" cy="1069848"/>
          </a:xfrm>
        </p:spPr>
        <p:txBody>
          <a:bodyPr rtlCol="0" anchor="ctr"/>
          <a:lstStyle>
            <a:lvl1pPr>
              <a:defRPr sz="4000">
                <a:solidFill>
                  <a:schemeClr val="tx2"/>
                </a:solidFill>
              </a:defRPr>
            </a:lvl1pPr>
          </a:lstStyle>
          <a:p>
            <a:pPr rtl="0"/>
            <a:r>
              <a:rPr lang="en-GB" noProof="0"/>
              <a:t>Click to edit Master title style</a:t>
            </a:r>
            <a:endParaRPr lang="en-GB" noProof="0" dirty="0"/>
          </a:p>
        </p:txBody>
      </p:sp>
      <p:sp>
        <p:nvSpPr>
          <p:cNvPr id="4" name="Footer Placeholder 3"/>
          <p:cNvSpPr>
            <a:spLocks noGrp="1"/>
          </p:cNvSpPr>
          <p:nvPr>
            <p:ph type="ftr" sz="quarter" idx="11"/>
          </p:nvPr>
        </p:nvSpPr>
        <p:spPr>
          <a:xfrm>
            <a:off x="7010400" y="612648"/>
            <a:ext cx="1767840" cy="457200"/>
          </a:xfrm>
        </p:spPr>
        <p:txBody>
          <a:bodyPr rtlCol="0"/>
          <a:lstStyle/>
          <a:p>
            <a:pPr rtl="0"/>
            <a:r>
              <a:rPr lang="en-GB" noProof="0" dirty="0"/>
              <a:t>Add a footer</a:t>
            </a:r>
          </a:p>
        </p:txBody>
      </p:sp>
      <p:sp>
        <p:nvSpPr>
          <p:cNvPr id="3" name="Date Placeholder 2"/>
          <p:cNvSpPr>
            <a:spLocks noGrp="1"/>
          </p:cNvSpPr>
          <p:nvPr>
            <p:ph type="dt" sz="half" idx="10"/>
          </p:nvPr>
        </p:nvSpPr>
        <p:spPr>
          <a:xfrm>
            <a:off x="8778240" y="612648"/>
            <a:ext cx="1276352" cy="457200"/>
          </a:xfrm>
        </p:spPr>
        <p:txBody>
          <a:bodyPr rtlCol="0"/>
          <a:lstStyle/>
          <a:p>
            <a:pPr rtl="0"/>
            <a:fld id="{4EC45D07-A3FD-40EE-BB45-F5E3D0F2E1C8}" type="datetime1">
              <a:rPr lang="en-GB" noProof="0" smtClean="0"/>
              <a:t>13/01/2026</a:t>
            </a:fld>
            <a:endParaRPr lang="en-GB" noProof="0" dirty="0"/>
          </a:p>
        </p:txBody>
      </p:sp>
      <p:sp>
        <p:nvSpPr>
          <p:cNvPr id="5" name="Slide Number Placeholder 4"/>
          <p:cNvSpPr>
            <a:spLocks noGrp="1"/>
          </p:cNvSpPr>
          <p:nvPr>
            <p:ph type="sldNum" sz="quarter" idx="12"/>
          </p:nvPr>
        </p:nvSpPr>
        <p:spPr>
          <a:xfrm>
            <a:off x="10899648" y="2272"/>
            <a:ext cx="1016000" cy="365760"/>
          </a:xfrm>
        </p:spPr>
        <p:txBody>
          <a:bodyPr rtlCol="0"/>
          <a:lstStyle/>
          <a:p>
            <a:pPr rtl="0"/>
            <a:fld id="{401CF334-2D5C-4859-84A6-CA7E6E43FAEB}" type="slidenum">
              <a:rPr lang="en-GB" noProof="0" smtClean="0"/>
              <a:t>‹#›</a:t>
            </a:fld>
            <a:endParaRPr lang="en-GB" noProof="0" dirty="0"/>
          </a:p>
        </p:txBody>
      </p:sp>
    </p:spTree>
    <p:extLst>
      <p:ext uri="{BB962C8B-B14F-4D97-AF65-F5344CB8AC3E}">
        <p14:creationId xmlns:p14="http://schemas.microsoft.com/office/powerpoint/2010/main" val="3821952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rtlCol="0"/>
          <a:lstStyle/>
          <a:p>
            <a:pPr rtl="0"/>
            <a:r>
              <a:rPr lang="en-GB" noProof="0" dirty="0"/>
              <a:t>Add a footer</a:t>
            </a:r>
          </a:p>
        </p:txBody>
      </p:sp>
      <p:sp>
        <p:nvSpPr>
          <p:cNvPr id="2" name="Date Placeholder 1"/>
          <p:cNvSpPr>
            <a:spLocks noGrp="1"/>
          </p:cNvSpPr>
          <p:nvPr>
            <p:ph type="dt" sz="half" idx="10"/>
          </p:nvPr>
        </p:nvSpPr>
        <p:spPr/>
        <p:txBody>
          <a:bodyPr rtlCol="0"/>
          <a:lstStyle/>
          <a:p>
            <a:pPr rtl="0"/>
            <a:fld id="{30FFDAF9-DFA9-4947-9568-03347A66D233}" type="datetime1">
              <a:rPr lang="en-GB" noProof="0" smtClean="0"/>
              <a:t>13/01/2026</a:t>
            </a:fld>
            <a:endParaRPr lang="en-GB" noProof="0" dirty="0"/>
          </a:p>
        </p:txBody>
      </p:sp>
      <p:sp>
        <p:nvSpPr>
          <p:cNvPr id="4" name="Slide Number Placeholder 3"/>
          <p:cNvSpPr>
            <a:spLocks noGrp="1"/>
          </p:cNvSpPr>
          <p:nvPr>
            <p:ph type="sldNum" sz="quarter" idx="12"/>
          </p:nvPr>
        </p:nvSpPr>
        <p:spPr/>
        <p:txBody>
          <a:bodyPr rtlCol="0"/>
          <a:lstStyle/>
          <a:p>
            <a:pPr rtl="0"/>
            <a:fld id="{401CF334-2D5C-4859-84A6-CA7E6E43FAEB}" type="slidenum">
              <a:rPr lang="en-GB" noProof="0" smtClean="0"/>
              <a:t>‹#›</a:t>
            </a:fld>
            <a:endParaRPr lang="en-GB" noProof="0" dirty="0"/>
          </a:p>
        </p:txBody>
      </p:sp>
    </p:spTree>
    <p:extLst>
      <p:ext uri="{BB962C8B-B14F-4D97-AF65-F5344CB8AC3E}">
        <p14:creationId xmlns:p14="http://schemas.microsoft.com/office/powerpoint/2010/main" val="1135695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137995" y="1101970"/>
            <a:ext cx="4511040" cy="877824"/>
          </a:xfrm>
        </p:spPr>
        <p:txBody>
          <a:bodyPr rtlCol="0" anchor="b"/>
          <a:lstStyle>
            <a:lvl1pPr algn="l">
              <a:buNone/>
              <a:defRPr sz="1800" b="1"/>
            </a:lvl1pPr>
          </a:lstStyle>
          <a:p>
            <a:pPr rtl="0"/>
            <a:r>
              <a:rPr lang="en-GB" noProof="0" dirty="0"/>
              <a:t>Edit Master title style</a:t>
            </a:r>
          </a:p>
        </p:txBody>
      </p:sp>
      <p:sp>
        <p:nvSpPr>
          <p:cNvPr id="4" name="Content Placeholder 3"/>
          <p:cNvSpPr>
            <a:spLocks noGrp="1"/>
          </p:cNvSpPr>
          <p:nvPr>
            <p:ph sz="half" idx="1"/>
          </p:nvPr>
        </p:nvSpPr>
        <p:spPr>
          <a:xfrm>
            <a:off x="203200" y="776287"/>
            <a:ext cx="6803136" cy="5805083"/>
          </a:xfrm>
        </p:spPr>
        <p:txBody>
          <a:bodyPr rtlCol="0"/>
          <a:lstStyle>
            <a:lvl1pPr>
              <a:defRPr sz="3200"/>
            </a:lvl1pPr>
            <a:lvl2pPr>
              <a:defRPr sz="2800"/>
            </a:lvl2pPr>
            <a:lvl3pPr>
              <a:defRPr sz="2400"/>
            </a:lvl3pPr>
            <a:lvl4pPr>
              <a:defRPr sz="2000"/>
            </a:lvl4pPr>
            <a:lvl5pPr>
              <a:defRPr sz="2000"/>
            </a:lvl5pPr>
          </a:lstStyle>
          <a:p>
            <a:pPr lvl="0" rtl="0" eaLnBrk="1" latinLnBrk="0" hangingPunct="1"/>
            <a:r>
              <a:rPr lang="en-GB" noProof="0"/>
              <a:t>Click to edit Master text styles</a:t>
            </a:r>
          </a:p>
          <a:p>
            <a:pPr lvl="1" rtl="0" eaLnBrk="1" latinLnBrk="0" hangingPunct="1"/>
            <a:r>
              <a:rPr lang="en-GB" noProof="0"/>
              <a:t>Second level</a:t>
            </a:r>
          </a:p>
          <a:p>
            <a:pPr lvl="2" rtl="0" eaLnBrk="1" latinLnBrk="0" hangingPunct="1"/>
            <a:r>
              <a:rPr lang="en-GB" noProof="0"/>
              <a:t>Third level</a:t>
            </a:r>
          </a:p>
          <a:p>
            <a:pPr lvl="3" rtl="0" eaLnBrk="1" latinLnBrk="0" hangingPunct="1"/>
            <a:r>
              <a:rPr lang="en-GB" noProof="0"/>
              <a:t>Fourth level</a:t>
            </a:r>
          </a:p>
          <a:p>
            <a:pPr lvl="4" rtl="0" eaLnBrk="1" latinLnBrk="0" hangingPunct="1"/>
            <a:r>
              <a:rPr lang="en-GB" noProof="0"/>
              <a:t>Fifth level</a:t>
            </a:r>
            <a:endParaRPr kumimoji="0" lang="en-GB" noProof="0" dirty="0"/>
          </a:p>
        </p:txBody>
      </p:sp>
      <p:sp>
        <p:nvSpPr>
          <p:cNvPr id="3" name="Text Placeholder 2"/>
          <p:cNvSpPr>
            <a:spLocks noGrp="1"/>
          </p:cNvSpPr>
          <p:nvPr>
            <p:ph type="body" idx="2"/>
          </p:nvPr>
        </p:nvSpPr>
        <p:spPr>
          <a:xfrm>
            <a:off x="7137995" y="2010727"/>
            <a:ext cx="4511040" cy="4580573"/>
          </a:xfrm>
        </p:spPr>
        <p:txBody>
          <a:bodyPr rtlCol="0"/>
          <a:lstStyle>
            <a:lvl1pPr marL="9144" indent="0">
              <a:buNone/>
              <a:defRPr sz="1400"/>
            </a:lvl1pPr>
            <a:lvl2pPr>
              <a:buNone/>
              <a:defRPr sz="1200"/>
            </a:lvl2pPr>
            <a:lvl3pPr>
              <a:buNone/>
              <a:defRPr sz="1000"/>
            </a:lvl3pPr>
            <a:lvl4pPr>
              <a:buNone/>
              <a:defRPr sz="900"/>
            </a:lvl4pPr>
            <a:lvl5pPr>
              <a:buNone/>
              <a:defRPr sz="900"/>
            </a:lvl5pPr>
          </a:lstStyle>
          <a:p>
            <a:pPr lvl="0" rtl="0" eaLnBrk="1" latinLnBrk="0" hangingPunct="1"/>
            <a:r>
              <a:rPr lang="en-GB" noProof="0"/>
              <a:t>Click to edit Master text styles</a:t>
            </a:r>
          </a:p>
        </p:txBody>
      </p:sp>
      <p:sp>
        <p:nvSpPr>
          <p:cNvPr id="6" name="Footer Placeholder 5"/>
          <p:cNvSpPr>
            <a:spLocks noGrp="1"/>
          </p:cNvSpPr>
          <p:nvPr>
            <p:ph type="ftr" sz="quarter" idx="11"/>
          </p:nvPr>
        </p:nvSpPr>
        <p:spPr/>
        <p:txBody>
          <a:bodyPr rtlCol="0"/>
          <a:lstStyle/>
          <a:p>
            <a:pPr rtl="0"/>
            <a:r>
              <a:rPr lang="en-GB" noProof="0" dirty="0"/>
              <a:t>Add a footer</a:t>
            </a:r>
          </a:p>
        </p:txBody>
      </p:sp>
      <p:sp>
        <p:nvSpPr>
          <p:cNvPr id="5" name="Date Placeholder 4"/>
          <p:cNvSpPr>
            <a:spLocks noGrp="1"/>
          </p:cNvSpPr>
          <p:nvPr>
            <p:ph type="dt" sz="half" idx="10"/>
          </p:nvPr>
        </p:nvSpPr>
        <p:spPr/>
        <p:txBody>
          <a:bodyPr rtlCol="0"/>
          <a:lstStyle/>
          <a:p>
            <a:pPr rtl="0"/>
            <a:fld id="{D89D711C-098E-40E1-BE23-CFCA1FAB8359}" type="datetime1">
              <a:rPr lang="en-GB" noProof="0" smtClean="0"/>
              <a:t>13/01/2026</a:t>
            </a:fld>
            <a:endParaRPr lang="en-GB" noProof="0" dirty="0"/>
          </a:p>
        </p:txBody>
      </p:sp>
      <p:sp>
        <p:nvSpPr>
          <p:cNvPr id="7" name="Slide Number Placeholder 6"/>
          <p:cNvSpPr>
            <a:spLocks noGrp="1"/>
          </p:cNvSpPr>
          <p:nvPr>
            <p:ph type="sldNum" sz="quarter" idx="12"/>
          </p:nvPr>
        </p:nvSpPr>
        <p:spPr/>
        <p:txBody>
          <a:bodyPr rtlCol="0"/>
          <a:lstStyle/>
          <a:p>
            <a:pPr rtl="0"/>
            <a:fld id="{401CF334-2D5C-4859-84A6-CA7E6E43FAEB}" type="slidenum">
              <a:rPr lang="en-GB" noProof="0" smtClean="0"/>
              <a:t>‹#›</a:t>
            </a:fld>
            <a:endParaRPr lang="en-GB" noProof="0" dirty="0"/>
          </a:p>
        </p:txBody>
      </p:sp>
    </p:spTree>
    <p:extLst>
      <p:ext uri="{BB962C8B-B14F-4D97-AF65-F5344CB8AC3E}">
        <p14:creationId xmlns:p14="http://schemas.microsoft.com/office/powerpoint/2010/main" val="498685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253913" y="1109161"/>
            <a:ext cx="782404" cy="4681637"/>
          </a:xfrm>
        </p:spPr>
        <p:txBody>
          <a:bodyPr vert="vert270" lIns="45720" tIns="0" rIns="45720" rtlCol="0" anchor="t"/>
          <a:lstStyle>
            <a:lvl1pPr algn="ctr">
              <a:buNone/>
              <a:defRPr sz="2000" b="1"/>
            </a:lvl1pPr>
          </a:lstStyle>
          <a:p>
            <a:pPr rtl="0"/>
            <a:r>
              <a:rPr lang="en-GB" noProof="0"/>
              <a:t>Click to edit Master title style</a:t>
            </a:r>
            <a:endParaRPr lang="en-GB" noProof="0" dirty="0"/>
          </a:p>
        </p:txBody>
      </p:sp>
      <p:sp>
        <p:nvSpPr>
          <p:cNvPr id="3" name="Picture Placeholder 2" descr="An empty placeholder to add an image. Click on the placeholder and select the image that you wish to add"/>
          <p:cNvSpPr>
            <a:spLocks noGrp="1"/>
          </p:cNvSpPr>
          <p:nvPr>
            <p:ph type="pic" idx="1"/>
          </p:nvPr>
        </p:nvSpPr>
        <p:spPr>
          <a:xfrm>
            <a:off x="538228" y="1143000"/>
            <a:ext cx="6096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rtlCol="0"/>
          <a:lstStyle>
            <a:lvl1pPr marL="0" indent="0">
              <a:buNone/>
              <a:defRPr sz="3200"/>
            </a:lvl1pPr>
          </a:lstStyle>
          <a:p>
            <a:pPr rtl="0"/>
            <a:r>
              <a:rPr lang="en-GB" noProof="0"/>
              <a:t>Click icon to add picture</a:t>
            </a:r>
            <a:endParaRPr kumimoji="0" lang="en-GB" noProof="0" dirty="0"/>
          </a:p>
        </p:txBody>
      </p:sp>
      <p:sp>
        <p:nvSpPr>
          <p:cNvPr id="4" name="Text Placeholder 3"/>
          <p:cNvSpPr>
            <a:spLocks noGrp="1"/>
          </p:cNvSpPr>
          <p:nvPr>
            <p:ph type="body" sz="half" idx="2"/>
          </p:nvPr>
        </p:nvSpPr>
        <p:spPr>
          <a:xfrm>
            <a:off x="8117924" y="3274309"/>
            <a:ext cx="3454400" cy="2516489"/>
          </a:xfrm>
        </p:spPr>
        <p:txBody>
          <a:bodyPr lIns="0" tIns="0" rIns="45720" rtlCol="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rtl="0" eaLnBrk="1" latinLnBrk="0" hangingPunct="1"/>
            <a:r>
              <a:rPr lang="en-GB" noProof="0"/>
              <a:t>Click to edit Master text styles</a:t>
            </a:r>
          </a:p>
        </p:txBody>
      </p:sp>
      <p:sp>
        <p:nvSpPr>
          <p:cNvPr id="6" name="Footer Placeholder 5"/>
          <p:cNvSpPr>
            <a:spLocks noGrp="1"/>
          </p:cNvSpPr>
          <p:nvPr>
            <p:ph type="ftr" sz="quarter" idx="11"/>
          </p:nvPr>
        </p:nvSpPr>
        <p:spPr/>
        <p:txBody>
          <a:bodyPr rtlCol="0"/>
          <a:lstStyle/>
          <a:p>
            <a:pPr rtl="0"/>
            <a:r>
              <a:rPr lang="en-GB" noProof="0" dirty="0"/>
              <a:t>Add a footer</a:t>
            </a:r>
          </a:p>
        </p:txBody>
      </p:sp>
      <p:sp>
        <p:nvSpPr>
          <p:cNvPr id="5" name="Date Placeholder 4"/>
          <p:cNvSpPr>
            <a:spLocks noGrp="1"/>
          </p:cNvSpPr>
          <p:nvPr>
            <p:ph type="dt" sz="half" idx="10"/>
          </p:nvPr>
        </p:nvSpPr>
        <p:spPr/>
        <p:txBody>
          <a:bodyPr rtlCol="0"/>
          <a:lstStyle/>
          <a:p>
            <a:pPr rtl="0"/>
            <a:fld id="{9A9A7A2F-7C81-4F05-8B4D-4983D3740BAF}" type="datetime1">
              <a:rPr lang="en-GB" noProof="0" smtClean="0"/>
              <a:t>13/01/2026</a:t>
            </a:fld>
            <a:endParaRPr lang="en-GB" noProof="0" dirty="0"/>
          </a:p>
        </p:txBody>
      </p:sp>
      <p:sp>
        <p:nvSpPr>
          <p:cNvPr id="7" name="Slide Number Placeholder 6"/>
          <p:cNvSpPr>
            <a:spLocks noGrp="1"/>
          </p:cNvSpPr>
          <p:nvPr>
            <p:ph type="sldNum" sz="quarter" idx="12"/>
          </p:nvPr>
        </p:nvSpPr>
        <p:spPr/>
        <p:txBody>
          <a:bodyPr rtlCol="0"/>
          <a:lstStyle/>
          <a:p>
            <a:pPr rtl="0"/>
            <a:fld id="{401CF334-2D5C-4859-84A6-CA7E6E43FAEB}" type="slidenum">
              <a:rPr lang="en-GB" noProof="0" smtClean="0"/>
              <a:t>‹#›</a:t>
            </a:fld>
            <a:endParaRPr lang="en-GB" noProof="0" dirty="0"/>
          </a:p>
        </p:txBody>
      </p:sp>
    </p:spTree>
    <p:extLst>
      <p:ext uri="{BB962C8B-B14F-4D97-AF65-F5344CB8AC3E}">
        <p14:creationId xmlns:p14="http://schemas.microsoft.com/office/powerpoint/2010/main" val="1883619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pPr rtl="0"/>
            <a:r>
              <a:rPr lang="en-GB" noProof="0"/>
              <a:t>Click to edit Master title style</a:t>
            </a:r>
            <a:endParaRPr lang="en-GB" noProof="0" dirty="0"/>
          </a:p>
        </p:txBody>
      </p:sp>
      <p:sp>
        <p:nvSpPr>
          <p:cNvPr id="3" name="Vertical Text Placeholder 2"/>
          <p:cNvSpPr>
            <a:spLocks noGrp="1"/>
          </p:cNvSpPr>
          <p:nvPr>
            <p:ph type="body" orient="vert" idx="1"/>
          </p:nvPr>
        </p:nvSpPr>
        <p:spPr/>
        <p:txBody>
          <a:bodyPr vert="eaVert" rtlCol="0"/>
          <a:lstStyle>
            <a:lvl1pPr>
              <a:defRPr/>
            </a:lvl1pPr>
            <a:lvl5pPr>
              <a:defRPr/>
            </a:lvl5pPr>
          </a:lstStyle>
          <a:p>
            <a:pPr lvl="0" rtl="0" eaLnBrk="1" latinLnBrk="0" hangingPunct="1"/>
            <a:r>
              <a:rPr lang="en-GB" noProof="0"/>
              <a:t>Click to edit Master text styles</a:t>
            </a:r>
          </a:p>
          <a:p>
            <a:pPr lvl="1" rtl="0" eaLnBrk="1" latinLnBrk="0" hangingPunct="1"/>
            <a:r>
              <a:rPr lang="en-GB" noProof="0"/>
              <a:t>Second level</a:t>
            </a:r>
          </a:p>
          <a:p>
            <a:pPr lvl="2" rtl="0" eaLnBrk="1" latinLnBrk="0" hangingPunct="1"/>
            <a:r>
              <a:rPr lang="en-GB" noProof="0"/>
              <a:t>Third level</a:t>
            </a:r>
          </a:p>
          <a:p>
            <a:pPr lvl="3" rtl="0" eaLnBrk="1" latinLnBrk="0" hangingPunct="1"/>
            <a:r>
              <a:rPr lang="en-GB" noProof="0"/>
              <a:t>Fourth level</a:t>
            </a:r>
          </a:p>
          <a:p>
            <a:pPr lvl="4" rtl="0" eaLnBrk="1" latinLnBrk="0" hangingPunct="1"/>
            <a:r>
              <a:rPr lang="en-GB" noProof="0"/>
              <a:t>Fifth level</a:t>
            </a:r>
            <a:endParaRPr kumimoji="0" lang="en-GB" noProof="0" dirty="0"/>
          </a:p>
        </p:txBody>
      </p:sp>
      <p:sp>
        <p:nvSpPr>
          <p:cNvPr id="5" name="Footer Placeholder 4"/>
          <p:cNvSpPr>
            <a:spLocks noGrp="1"/>
          </p:cNvSpPr>
          <p:nvPr>
            <p:ph type="ftr" sz="quarter" idx="11"/>
          </p:nvPr>
        </p:nvSpPr>
        <p:spPr/>
        <p:txBody>
          <a:bodyPr rtlCol="0"/>
          <a:lstStyle/>
          <a:p>
            <a:pPr rtl="0"/>
            <a:r>
              <a:rPr lang="en-GB" noProof="0" dirty="0"/>
              <a:t>Add a footer</a:t>
            </a:r>
          </a:p>
        </p:txBody>
      </p:sp>
      <p:sp>
        <p:nvSpPr>
          <p:cNvPr id="4" name="Date Placeholder 3"/>
          <p:cNvSpPr>
            <a:spLocks noGrp="1"/>
          </p:cNvSpPr>
          <p:nvPr>
            <p:ph type="dt" sz="half" idx="10"/>
          </p:nvPr>
        </p:nvSpPr>
        <p:spPr/>
        <p:txBody>
          <a:bodyPr rtlCol="0"/>
          <a:lstStyle/>
          <a:p>
            <a:pPr rtl="0"/>
            <a:fld id="{D2EB87B0-5071-4BC9-A19F-C3269318028C}" type="datetime1">
              <a:rPr lang="en-GB" noProof="0" smtClean="0"/>
              <a:t>13/01/2026</a:t>
            </a:fld>
            <a:endParaRPr lang="en-GB" noProof="0" dirty="0"/>
          </a:p>
        </p:txBody>
      </p:sp>
      <p:sp>
        <p:nvSpPr>
          <p:cNvPr id="6" name="Slide Number Placeholder 5"/>
          <p:cNvSpPr>
            <a:spLocks noGrp="1"/>
          </p:cNvSpPr>
          <p:nvPr>
            <p:ph type="sldNum" sz="quarter" idx="12"/>
          </p:nvPr>
        </p:nvSpPr>
        <p:spPr/>
        <p:txBody>
          <a:bodyPr rtlCol="0"/>
          <a:lstStyle/>
          <a:p>
            <a:pPr rtl="0"/>
            <a:fld id="{401CF334-2D5C-4859-84A6-CA7E6E43FAEB}" type="slidenum">
              <a:rPr lang="en-GB" noProof="0" smtClean="0"/>
              <a:t>‹#›</a:t>
            </a:fld>
            <a:endParaRPr lang="en-GB" noProof="0" dirty="0"/>
          </a:p>
        </p:txBody>
      </p:sp>
    </p:spTree>
    <p:extLst>
      <p:ext uri="{BB962C8B-B14F-4D97-AF65-F5344CB8AC3E}">
        <p14:creationId xmlns:p14="http://schemas.microsoft.com/office/powerpoint/2010/main" val="3467844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nvPr>
        </p:nvSpPr>
        <p:spPr>
          <a:xfrm>
            <a:off x="9042400" y="1143000"/>
            <a:ext cx="2540000" cy="5448300"/>
          </a:xfrm>
        </p:spPr>
        <p:txBody>
          <a:bodyPr vert="eaVert" rtlCol="0"/>
          <a:lstStyle>
            <a:lvl1pPr>
              <a:defRPr/>
            </a:lvl1pPr>
          </a:lstStyle>
          <a:p>
            <a:pPr rtl="0"/>
            <a:r>
              <a:rPr lang="en-GB" noProof="0" dirty="0"/>
              <a:t>Edit Master title style</a:t>
            </a:r>
          </a:p>
        </p:txBody>
      </p:sp>
      <p:sp>
        <p:nvSpPr>
          <p:cNvPr id="3" name="Vertical Text Placeholder 2"/>
          <p:cNvSpPr>
            <a:spLocks noGrp="1"/>
          </p:cNvSpPr>
          <p:nvPr>
            <p:ph type="body" orient="vert" idx="1" hasCustomPrompt="1"/>
          </p:nvPr>
        </p:nvSpPr>
        <p:spPr>
          <a:xfrm>
            <a:off x="609600" y="1143000"/>
            <a:ext cx="8331200" cy="5448300"/>
          </a:xfrm>
        </p:spPr>
        <p:txBody>
          <a:bodyPr vert="eaVert" rtlCol="0"/>
          <a:lstStyle>
            <a:lvl5pPr>
              <a:defRPr/>
            </a:lvl5pPr>
          </a:lstStyle>
          <a:p>
            <a:pPr lvl="0" rtl="0" eaLnBrk="1" latinLnBrk="0" hangingPunct="1"/>
            <a:r>
              <a:rPr lang="en-GB" noProof="0" dirty="0"/>
              <a:t>Click to edit Master text styles</a:t>
            </a:r>
          </a:p>
          <a:p>
            <a:pPr lvl="1" rtl="0" eaLnBrk="1" latinLnBrk="0" hangingPunct="1"/>
            <a:r>
              <a:rPr lang="en-GB" noProof="0" dirty="0"/>
              <a:t>Second level</a:t>
            </a:r>
          </a:p>
          <a:p>
            <a:pPr lvl="2" rtl="0" eaLnBrk="1" latinLnBrk="0" hangingPunct="1"/>
            <a:r>
              <a:rPr lang="en-GB" noProof="0" dirty="0"/>
              <a:t>Third level</a:t>
            </a:r>
          </a:p>
          <a:p>
            <a:pPr lvl="3" rtl="0" eaLnBrk="1" latinLnBrk="0" hangingPunct="1"/>
            <a:r>
              <a:rPr lang="en-GB" noProof="0" dirty="0"/>
              <a:t>Fourth level</a:t>
            </a:r>
          </a:p>
          <a:p>
            <a:pPr lvl="4" rtl="0" eaLnBrk="1" latinLnBrk="0" hangingPunct="1"/>
            <a:r>
              <a:rPr lang="en-GB" noProof="0" dirty="0"/>
              <a:t>Fifth level</a:t>
            </a:r>
            <a:endParaRPr kumimoji="0" lang="en-GB" noProof="0" dirty="0"/>
          </a:p>
        </p:txBody>
      </p:sp>
      <p:sp>
        <p:nvSpPr>
          <p:cNvPr id="5" name="Footer Placeholder 4"/>
          <p:cNvSpPr>
            <a:spLocks noGrp="1"/>
          </p:cNvSpPr>
          <p:nvPr>
            <p:ph type="ftr" sz="quarter" idx="11"/>
          </p:nvPr>
        </p:nvSpPr>
        <p:spPr/>
        <p:txBody>
          <a:bodyPr rtlCol="0"/>
          <a:lstStyle/>
          <a:p>
            <a:pPr rtl="0"/>
            <a:r>
              <a:rPr lang="en-GB" noProof="0" dirty="0"/>
              <a:t>Add a footer</a:t>
            </a:r>
          </a:p>
        </p:txBody>
      </p:sp>
      <p:sp>
        <p:nvSpPr>
          <p:cNvPr id="4" name="Date Placeholder 3"/>
          <p:cNvSpPr>
            <a:spLocks noGrp="1"/>
          </p:cNvSpPr>
          <p:nvPr>
            <p:ph type="dt" sz="half" idx="10"/>
          </p:nvPr>
        </p:nvSpPr>
        <p:spPr/>
        <p:txBody>
          <a:bodyPr rtlCol="0"/>
          <a:lstStyle/>
          <a:p>
            <a:pPr rtl="0"/>
            <a:fld id="{54B4CBB3-9133-42BF-BC20-6F6E1888C21F}" type="datetime1">
              <a:rPr lang="en-GB" noProof="0" smtClean="0"/>
              <a:t>13/01/2026</a:t>
            </a:fld>
            <a:endParaRPr lang="en-GB" noProof="0" dirty="0"/>
          </a:p>
        </p:txBody>
      </p:sp>
      <p:sp>
        <p:nvSpPr>
          <p:cNvPr id="6" name="Slide Number Placeholder 5"/>
          <p:cNvSpPr>
            <a:spLocks noGrp="1"/>
          </p:cNvSpPr>
          <p:nvPr>
            <p:ph type="sldNum" sz="quarter" idx="12"/>
          </p:nvPr>
        </p:nvSpPr>
        <p:spPr/>
        <p:txBody>
          <a:bodyPr rtlCol="0"/>
          <a:lstStyle/>
          <a:p>
            <a:pPr rtl="0"/>
            <a:fld id="{401CF334-2D5C-4859-84A6-CA7E6E43FAEB}" type="slidenum">
              <a:rPr lang="en-GB" noProof="0" smtClean="0"/>
              <a:t>‹#›</a:t>
            </a:fld>
            <a:endParaRPr lang="en-GB" noProof="0" dirty="0"/>
          </a:p>
        </p:txBody>
      </p:sp>
    </p:spTree>
    <p:extLst>
      <p:ext uri="{BB962C8B-B14F-4D97-AF65-F5344CB8AC3E}">
        <p14:creationId xmlns:p14="http://schemas.microsoft.com/office/powerpoint/2010/main" val="2978088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tangle 27"/>
          <p:cNvSpPr/>
          <p:nvPr/>
        </p:nvSpPr>
        <p:spPr>
          <a:xfrm>
            <a:off x="1" y="366819"/>
            <a:ext cx="12192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en-GB" sz="1800" noProof="0" dirty="0"/>
          </a:p>
        </p:txBody>
      </p:sp>
      <p:sp>
        <p:nvSpPr>
          <p:cNvPr id="29" name="Rectangle 28"/>
          <p:cNvSpPr/>
          <p:nvPr/>
        </p:nvSpPr>
        <p:spPr>
          <a:xfrm>
            <a:off x="0" y="-1"/>
            <a:ext cx="12192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en-GB" sz="1800" noProof="0" dirty="0"/>
          </a:p>
        </p:txBody>
      </p:sp>
      <p:sp>
        <p:nvSpPr>
          <p:cNvPr id="30" name="Rectangle 29"/>
          <p:cNvSpPr/>
          <p:nvPr/>
        </p:nvSpPr>
        <p:spPr>
          <a:xfrm>
            <a:off x="1" y="308277"/>
            <a:ext cx="12192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en-GB" sz="1800" noProof="0" dirty="0"/>
          </a:p>
        </p:txBody>
      </p:sp>
      <p:sp>
        <p:nvSpPr>
          <p:cNvPr id="31" name="Rectangle 30"/>
          <p:cNvSpPr/>
          <p:nvPr/>
        </p:nvSpPr>
        <p:spPr>
          <a:xfrm flipV="1">
            <a:off x="7213577" y="360247"/>
            <a:ext cx="4978425"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en-GB" sz="1800" noProof="0" dirty="0"/>
          </a:p>
        </p:txBody>
      </p:sp>
      <p:sp>
        <p:nvSpPr>
          <p:cNvPr id="32" name="Rectangle 31"/>
          <p:cNvSpPr/>
          <p:nvPr/>
        </p:nvSpPr>
        <p:spPr>
          <a:xfrm flipV="1">
            <a:off x="7213601" y="440113"/>
            <a:ext cx="49784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en-GB" sz="1800" noProof="0" dirty="0"/>
          </a:p>
        </p:txBody>
      </p:sp>
      <p:sp useBgFill="1">
        <p:nvSpPr>
          <p:cNvPr id="33" name="Rounded Rectangle 32"/>
          <p:cNvSpPr/>
          <p:nvPr/>
        </p:nvSpPr>
        <p:spPr bwMode="white">
          <a:xfrm>
            <a:off x="7209785" y="497504"/>
            <a:ext cx="408432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en-GB" sz="1800" noProof="0" dirty="0"/>
          </a:p>
        </p:txBody>
      </p:sp>
      <p:sp useBgFill="1">
        <p:nvSpPr>
          <p:cNvPr id="34" name="Rounded Rectangle 33"/>
          <p:cNvSpPr/>
          <p:nvPr/>
        </p:nvSpPr>
        <p:spPr bwMode="white">
          <a:xfrm>
            <a:off x="9831528" y="588943"/>
            <a:ext cx="21336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en-GB" sz="1800" noProof="0" dirty="0"/>
          </a:p>
        </p:txBody>
      </p:sp>
      <p:sp>
        <p:nvSpPr>
          <p:cNvPr id="35" name="Rectangle 34"/>
          <p:cNvSpPr/>
          <p:nvPr/>
        </p:nvSpPr>
        <p:spPr bwMode="invGray">
          <a:xfrm>
            <a:off x="12113288" y="-2001"/>
            <a:ext cx="76835"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en-GB" sz="1800" noProof="0" dirty="0"/>
          </a:p>
        </p:txBody>
      </p:sp>
      <p:sp>
        <p:nvSpPr>
          <p:cNvPr id="36" name="Rectangle 35"/>
          <p:cNvSpPr/>
          <p:nvPr/>
        </p:nvSpPr>
        <p:spPr bwMode="invGray">
          <a:xfrm>
            <a:off x="12059308" y="-2001"/>
            <a:ext cx="3657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en-GB" sz="1800" noProof="0" dirty="0"/>
          </a:p>
        </p:txBody>
      </p:sp>
      <p:sp>
        <p:nvSpPr>
          <p:cNvPr id="37" name="Rectangle 36"/>
          <p:cNvSpPr/>
          <p:nvPr/>
        </p:nvSpPr>
        <p:spPr bwMode="invGray">
          <a:xfrm>
            <a:off x="12033904" y="-2001"/>
            <a:ext cx="12192"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en-GB" sz="1800" noProof="0" dirty="0"/>
          </a:p>
        </p:txBody>
      </p:sp>
      <p:sp>
        <p:nvSpPr>
          <p:cNvPr id="38" name="Rectangle 37"/>
          <p:cNvSpPr/>
          <p:nvPr/>
        </p:nvSpPr>
        <p:spPr bwMode="invGray">
          <a:xfrm>
            <a:off x="11967231" y="-2001"/>
            <a:ext cx="36576"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en-GB" sz="1800" noProof="0" dirty="0"/>
          </a:p>
        </p:txBody>
      </p:sp>
      <p:sp>
        <p:nvSpPr>
          <p:cNvPr id="39" name="Rectangle 38"/>
          <p:cNvSpPr/>
          <p:nvPr/>
        </p:nvSpPr>
        <p:spPr bwMode="invGray">
          <a:xfrm>
            <a:off x="11887569" y="380"/>
            <a:ext cx="73152"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en-GB" sz="1800" noProof="0" dirty="0"/>
          </a:p>
        </p:txBody>
      </p:sp>
      <p:sp>
        <p:nvSpPr>
          <p:cNvPr id="40" name="Rectangle 39"/>
          <p:cNvSpPr/>
          <p:nvPr/>
        </p:nvSpPr>
        <p:spPr bwMode="invGray">
          <a:xfrm>
            <a:off x="11831300" y="380"/>
            <a:ext cx="12192"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en-GB" sz="1800" noProof="0" dirty="0"/>
          </a:p>
        </p:txBody>
      </p:sp>
      <p:sp>
        <p:nvSpPr>
          <p:cNvPr id="22" name="Title Placeholder 21"/>
          <p:cNvSpPr>
            <a:spLocks noGrp="1"/>
          </p:cNvSpPr>
          <p:nvPr>
            <p:ph type="title"/>
          </p:nvPr>
        </p:nvSpPr>
        <p:spPr>
          <a:xfrm>
            <a:off x="609600" y="1143000"/>
            <a:ext cx="10972800" cy="1066800"/>
          </a:xfrm>
          <a:prstGeom prst="rect">
            <a:avLst/>
          </a:prstGeom>
        </p:spPr>
        <p:txBody>
          <a:bodyPr vert="horz" rtlCol="0" anchor="ctr">
            <a:normAutofit/>
          </a:bodyPr>
          <a:lstStyle/>
          <a:p>
            <a:pPr rtl="0"/>
            <a:r>
              <a:rPr lang="en-GB" noProof="0"/>
              <a:t>Click to edit Master title style</a:t>
            </a:r>
            <a:endParaRPr lang="en-GB" noProof="0" dirty="0"/>
          </a:p>
        </p:txBody>
      </p:sp>
      <p:sp>
        <p:nvSpPr>
          <p:cNvPr id="13" name="Text Placeholder 12"/>
          <p:cNvSpPr>
            <a:spLocks noGrp="1"/>
          </p:cNvSpPr>
          <p:nvPr>
            <p:ph type="body" idx="1"/>
          </p:nvPr>
        </p:nvSpPr>
        <p:spPr>
          <a:xfrm>
            <a:off x="609600" y="2249424"/>
            <a:ext cx="10972800" cy="4325112"/>
          </a:xfrm>
          <a:prstGeom prst="rect">
            <a:avLst/>
          </a:prstGeom>
        </p:spPr>
        <p:txBody>
          <a:bodyPr vert="horz" rtlCol="0">
            <a:normAutofit/>
          </a:bodyPr>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endParaRPr lang="en-GB" noProof="0" dirty="0"/>
          </a:p>
        </p:txBody>
      </p:sp>
      <p:sp>
        <p:nvSpPr>
          <p:cNvPr id="3" name="Footer Placeholder 2"/>
          <p:cNvSpPr>
            <a:spLocks noGrp="1"/>
          </p:cNvSpPr>
          <p:nvPr>
            <p:ph type="ftr" sz="quarter" idx="3"/>
          </p:nvPr>
        </p:nvSpPr>
        <p:spPr>
          <a:xfrm>
            <a:off x="7010400" y="612648"/>
            <a:ext cx="1767840" cy="457200"/>
          </a:xfrm>
          <a:prstGeom prst="rect">
            <a:avLst/>
          </a:prstGeom>
        </p:spPr>
        <p:txBody>
          <a:bodyPr vert="horz" rtlCol="0"/>
          <a:lstStyle>
            <a:lvl1pPr algn="r" eaLnBrk="1" latinLnBrk="0" hangingPunct="1">
              <a:defRPr kumimoji="0" sz="1100">
                <a:solidFill>
                  <a:schemeClr val="accent2">
                    <a:lumMod val="75000"/>
                  </a:schemeClr>
                </a:solidFill>
              </a:defRPr>
            </a:lvl1pPr>
          </a:lstStyle>
          <a:p>
            <a:pPr rtl="0"/>
            <a:r>
              <a:rPr lang="en-GB" noProof="0" dirty="0"/>
              <a:t>Add a footer</a:t>
            </a:r>
          </a:p>
        </p:txBody>
      </p:sp>
      <p:sp>
        <p:nvSpPr>
          <p:cNvPr id="14" name="Date Placeholder 13"/>
          <p:cNvSpPr>
            <a:spLocks noGrp="1"/>
          </p:cNvSpPr>
          <p:nvPr>
            <p:ph type="dt" sz="half" idx="2"/>
          </p:nvPr>
        </p:nvSpPr>
        <p:spPr>
          <a:xfrm>
            <a:off x="8782048" y="612648"/>
            <a:ext cx="1276352" cy="457200"/>
          </a:xfrm>
          <a:prstGeom prst="rect">
            <a:avLst/>
          </a:prstGeom>
        </p:spPr>
        <p:txBody>
          <a:bodyPr vert="horz" rtlCol="0"/>
          <a:lstStyle>
            <a:lvl1pPr algn="l" eaLnBrk="1" latinLnBrk="0" hangingPunct="1">
              <a:defRPr kumimoji="0" sz="1100">
                <a:solidFill>
                  <a:schemeClr val="accent2">
                    <a:lumMod val="75000"/>
                  </a:schemeClr>
                </a:solidFill>
              </a:defRPr>
            </a:lvl1pPr>
          </a:lstStyle>
          <a:p>
            <a:pPr rtl="0"/>
            <a:fld id="{8B045440-74F0-4B44-BEF6-1040C3E911E1}" type="datetime1">
              <a:rPr lang="en-GB" noProof="0" smtClean="0"/>
              <a:t>13/01/2026</a:t>
            </a:fld>
            <a:endParaRPr lang="en-GB" noProof="0" dirty="0"/>
          </a:p>
        </p:txBody>
      </p:sp>
      <p:sp>
        <p:nvSpPr>
          <p:cNvPr id="23" name="Slide Number Placeholder 22"/>
          <p:cNvSpPr>
            <a:spLocks noGrp="1"/>
          </p:cNvSpPr>
          <p:nvPr>
            <p:ph type="sldNum" sz="quarter" idx="4"/>
          </p:nvPr>
        </p:nvSpPr>
        <p:spPr>
          <a:xfrm>
            <a:off x="10899648" y="2272"/>
            <a:ext cx="1016000" cy="365760"/>
          </a:xfrm>
          <a:prstGeom prst="rect">
            <a:avLst/>
          </a:prstGeom>
        </p:spPr>
        <p:txBody>
          <a:bodyPr vert="horz" rtlCol="0" anchor="b"/>
          <a:lstStyle>
            <a:lvl1pPr algn="r" eaLnBrk="1" latinLnBrk="0" hangingPunct="1">
              <a:defRPr kumimoji="0" sz="1800">
                <a:solidFill>
                  <a:srgbClr val="FFFFFF"/>
                </a:solidFill>
              </a:defRPr>
            </a:lvl1pPr>
          </a:lstStyle>
          <a:p>
            <a:pPr rtl="0"/>
            <a:fld id="{401CF334-2D5C-4859-84A6-CA7E6E43FAEB}" type="slidenum">
              <a:rPr lang="en-GB" noProof="0" smtClean="0"/>
              <a:t>‹#›</a:t>
            </a:fld>
            <a:endParaRPr lang="en-GB" noProof="0" dirty="0"/>
          </a:p>
        </p:txBody>
      </p:sp>
    </p:spTree>
    <p:extLst>
      <p:ext uri="{BB962C8B-B14F-4D97-AF65-F5344CB8AC3E}">
        <p14:creationId xmlns:p14="http://schemas.microsoft.com/office/powerpoint/2010/main" val="2132171725"/>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lumMod val="75000"/>
          </a:schemeClr>
        </a:buClr>
        <a:buFont typeface="Georgia"/>
        <a:buChar char="•"/>
        <a:defRPr kumimoji="0" sz="2800" kern="1200">
          <a:solidFill>
            <a:schemeClr val="tx2"/>
          </a:solidFill>
          <a:latin typeface="+mn-lt"/>
          <a:ea typeface="+mn-ea"/>
          <a:cs typeface="+mn-cs"/>
        </a:defRPr>
      </a:lvl1pPr>
      <a:lvl2pPr marL="658368" indent="-246888" algn="l" rtl="0" eaLnBrk="1" latinLnBrk="0" hangingPunct="1">
        <a:spcBef>
          <a:spcPts val="300"/>
        </a:spcBef>
        <a:buClr>
          <a:schemeClr val="accent2">
            <a:lumMod val="75000"/>
          </a:schemeClr>
        </a:buClr>
        <a:buFont typeface="Georgia"/>
        <a:buChar char="▫"/>
        <a:defRPr kumimoji="0" sz="2600" kern="1200">
          <a:solidFill>
            <a:schemeClr val="tx2"/>
          </a:solidFill>
          <a:latin typeface="+mn-lt"/>
          <a:ea typeface="+mn-ea"/>
          <a:cs typeface="+mn-cs"/>
        </a:defRPr>
      </a:lvl2pPr>
      <a:lvl3pPr marL="923544" indent="-219456" algn="l" rtl="0" eaLnBrk="1" latinLnBrk="0" hangingPunct="1">
        <a:spcBef>
          <a:spcPts val="300"/>
        </a:spcBef>
        <a:buClr>
          <a:schemeClr val="accent1">
            <a:lumMod val="50000"/>
          </a:schemeClr>
        </a:buClr>
        <a:buFont typeface="Wingdings 2" panose="05020102010507070707" pitchFamily="18" charset="2"/>
        <a:buChar char=""/>
        <a:defRPr kumimoji="0" sz="2400" kern="1200">
          <a:solidFill>
            <a:schemeClr val="tx2"/>
          </a:solidFill>
          <a:latin typeface="+mn-lt"/>
          <a:ea typeface="+mn-ea"/>
          <a:cs typeface="+mn-cs"/>
        </a:defRPr>
      </a:lvl3pPr>
      <a:lvl4pPr marL="1179576" indent="-201168" algn="l" rtl="0" eaLnBrk="1" latinLnBrk="0" hangingPunct="1">
        <a:spcBef>
          <a:spcPts val="300"/>
        </a:spcBef>
        <a:buClr>
          <a:schemeClr val="accent1">
            <a:lumMod val="50000"/>
          </a:schemeClr>
        </a:buClr>
        <a:buFont typeface="Wingdings 2" panose="05020102010507070707" pitchFamily="18" charset="2"/>
        <a:buChar char=""/>
        <a:defRPr kumimoji="0" sz="2200" kern="1200">
          <a:solidFill>
            <a:schemeClr val="tx2"/>
          </a:solidFill>
          <a:latin typeface="+mn-lt"/>
          <a:ea typeface="+mn-ea"/>
          <a:cs typeface="+mn-cs"/>
        </a:defRPr>
      </a:lvl4pPr>
      <a:lvl5pPr marL="1389888" indent="-182880" algn="l" rtl="0" eaLnBrk="1" latinLnBrk="0" hangingPunct="1">
        <a:spcBef>
          <a:spcPts val="300"/>
        </a:spcBef>
        <a:buClr>
          <a:schemeClr val="accent1">
            <a:lumMod val="50000"/>
          </a:schemeClr>
        </a:buClr>
        <a:buFont typeface="Wingdings 2" panose="05020102010507070707" pitchFamily="18" charset="2"/>
        <a:buChar char=""/>
        <a:defRPr kumimoji="0" sz="2000" kern="1200">
          <a:solidFill>
            <a:schemeClr val="tx2"/>
          </a:solidFill>
          <a:latin typeface="+mn-lt"/>
          <a:ea typeface="+mn-ea"/>
          <a:cs typeface="+mn-cs"/>
        </a:defRPr>
      </a:lvl5pPr>
      <a:lvl6pPr marL="1609344" indent="-182880" algn="l" rtl="0" eaLnBrk="1" latinLnBrk="0" hangingPunct="1">
        <a:spcBef>
          <a:spcPts val="300"/>
        </a:spcBef>
        <a:buClr>
          <a:schemeClr val="accent1">
            <a:lumMod val="50000"/>
          </a:schemeClr>
        </a:buClr>
        <a:buFont typeface="Wingdings 2" panose="05020102010507070707" pitchFamily="18" charset="2"/>
        <a:buChar char=""/>
        <a:defRPr kumimoji="0" sz="1800" kern="1200">
          <a:solidFill>
            <a:schemeClr val="tx2"/>
          </a:solidFill>
          <a:latin typeface="+mn-lt"/>
          <a:ea typeface="+mn-ea"/>
          <a:cs typeface="+mn-cs"/>
        </a:defRPr>
      </a:lvl6pPr>
      <a:lvl7pPr marL="1828800" indent="-182880" algn="l" rtl="0" eaLnBrk="1" latinLnBrk="0" hangingPunct="1">
        <a:spcBef>
          <a:spcPts val="300"/>
        </a:spcBef>
        <a:buClr>
          <a:schemeClr val="accent1">
            <a:lumMod val="50000"/>
          </a:schemeClr>
        </a:buClr>
        <a:buFont typeface="Wingdings 2" panose="05020102010507070707" pitchFamily="18" charset="2"/>
        <a:buChar char=""/>
        <a:defRPr kumimoji="0" sz="1600" kern="1200">
          <a:solidFill>
            <a:schemeClr val="tx2"/>
          </a:solidFill>
          <a:latin typeface="+mn-lt"/>
          <a:ea typeface="+mn-ea"/>
          <a:cs typeface="+mn-cs"/>
        </a:defRPr>
      </a:lvl7pPr>
      <a:lvl8pPr marL="2029968" indent="-182880" algn="l" rtl="0" eaLnBrk="1" latinLnBrk="0" hangingPunct="1">
        <a:spcBef>
          <a:spcPts val="300"/>
        </a:spcBef>
        <a:buClr>
          <a:schemeClr val="accent1">
            <a:lumMod val="50000"/>
          </a:schemeClr>
        </a:buClr>
        <a:buFont typeface="Wingdings 2" panose="05020102010507070707" pitchFamily="18" charset="2"/>
        <a:buChar char=""/>
        <a:defRPr kumimoji="0" sz="1500" kern="1200">
          <a:solidFill>
            <a:schemeClr val="tx2"/>
          </a:solidFill>
          <a:latin typeface="+mn-lt"/>
          <a:ea typeface="+mn-ea"/>
          <a:cs typeface="+mn-cs"/>
        </a:defRPr>
      </a:lvl8pPr>
      <a:lvl9pPr marL="2240280" indent="-182880" algn="l" rtl="0" eaLnBrk="1" latinLnBrk="0" hangingPunct="1">
        <a:spcBef>
          <a:spcPts val="300"/>
        </a:spcBef>
        <a:buClr>
          <a:schemeClr val="accent1">
            <a:lumMod val="50000"/>
          </a:schemeClr>
        </a:buClr>
        <a:buFont typeface="Wingdings 2" panose="05020102010507070707" pitchFamily="18" charset="2"/>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extLst>
    <p:ext uri="{27BBF7A9-308A-43DC-89C8-2F10F3537804}">
      <p15:sldGuideLst xmlns:p15="http://schemas.microsoft.com/office/powerpoint/2012/main">
        <p15:guide id="0" orient="horz" pos="2160" userDrawn="1">
          <p15:clr>
            <a:srgbClr val="F26B43"/>
          </p15:clr>
        </p15:guide>
        <p15:guide id="1" pos="3840" userDrawn="1">
          <p15:clr>
            <a:srgbClr val="F26B43"/>
          </p15:clr>
        </p15:guide>
        <p15:guide id="2" orient="horz" pos="4152"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2243665"/>
            <a:ext cx="11277600" cy="1470025"/>
          </a:xfrm>
        </p:spPr>
        <p:txBody>
          <a:bodyPr rtlCol="0"/>
          <a:lstStyle/>
          <a:p>
            <a:r>
              <a:rPr lang="en-GB" b="1" dirty="0"/>
              <a:t>FINAL PROJECT: </a:t>
            </a:r>
            <a:r>
              <a:rPr lang="en-GB" i="1" dirty="0"/>
              <a:t>Classification and Regression on Wine Quality Dataset</a:t>
            </a:r>
          </a:p>
        </p:txBody>
      </p:sp>
      <p:sp>
        <p:nvSpPr>
          <p:cNvPr id="3" name="Subtitle 2"/>
          <p:cNvSpPr>
            <a:spLocks noGrp="1"/>
          </p:cNvSpPr>
          <p:nvPr>
            <p:ph type="subTitle" idx="1"/>
          </p:nvPr>
        </p:nvSpPr>
        <p:spPr/>
        <p:txBody>
          <a:bodyPr rtlCol="0"/>
          <a:lstStyle/>
          <a:p>
            <a:pPr rtl="0"/>
            <a:r>
              <a:rPr lang="en-GB" dirty="0"/>
              <a:t>Presented by</a:t>
            </a:r>
          </a:p>
          <a:p>
            <a:pPr rtl="0"/>
            <a:r>
              <a:rPr lang="en-GB" b="1" dirty="0"/>
              <a:t>Cazan Alexia Ioana</a:t>
            </a:r>
          </a:p>
        </p:txBody>
      </p:sp>
    </p:spTree>
    <p:extLst>
      <p:ext uri="{BB962C8B-B14F-4D97-AF65-F5344CB8AC3E}">
        <p14:creationId xmlns:p14="http://schemas.microsoft.com/office/powerpoint/2010/main" val="7063055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pPr rtl="0"/>
            <a:r>
              <a:rPr lang="en-GB" b="1" dirty="0"/>
              <a:t>Introduction</a:t>
            </a:r>
          </a:p>
        </p:txBody>
      </p:sp>
      <p:sp>
        <p:nvSpPr>
          <p:cNvPr id="3" name="Content Placeholder 2"/>
          <p:cNvSpPr>
            <a:spLocks noGrp="1"/>
          </p:cNvSpPr>
          <p:nvPr>
            <p:ph idx="1"/>
          </p:nvPr>
        </p:nvSpPr>
        <p:spPr/>
        <p:txBody>
          <a:bodyPr rtlCol="0">
            <a:normAutofit/>
          </a:bodyPr>
          <a:lstStyle/>
          <a:p>
            <a:r>
              <a:rPr lang="en-GB" dirty="0"/>
              <a:t>The project was done on the white wine dataset (winequality-white.csv);</a:t>
            </a:r>
          </a:p>
          <a:p>
            <a:pPr rtl="0"/>
            <a:r>
              <a:rPr lang="en-GB" dirty="0"/>
              <a:t>2 classification models:</a:t>
            </a:r>
          </a:p>
          <a:p>
            <a:pPr lvl="1"/>
            <a:r>
              <a:rPr lang="en-GB" dirty="0"/>
              <a:t>Logistic Regression</a:t>
            </a:r>
          </a:p>
          <a:p>
            <a:pPr lvl="1"/>
            <a:r>
              <a:rPr lang="en-GB" dirty="0"/>
              <a:t>KNN</a:t>
            </a:r>
          </a:p>
          <a:p>
            <a:r>
              <a:rPr lang="en-GB" dirty="0"/>
              <a:t>2 regression models:</a:t>
            </a:r>
          </a:p>
          <a:p>
            <a:pPr lvl="1"/>
            <a:r>
              <a:rPr lang="en-GB" dirty="0"/>
              <a:t>Ridge Regression</a:t>
            </a:r>
          </a:p>
          <a:p>
            <a:pPr lvl="1"/>
            <a:r>
              <a:rPr lang="en-GB" dirty="0"/>
              <a:t>KNN Regression</a:t>
            </a:r>
          </a:p>
        </p:txBody>
      </p:sp>
    </p:spTree>
    <p:extLst>
      <p:ext uri="{BB962C8B-B14F-4D97-AF65-F5344CB8AC3E}">
        <p14:creationId xmlns:p14="http://schemas.microsoft.com/office/powerpoint/2010/main" val="18518960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pPr rtl="0"/>
            <a:r>
              <a:rPr lang="en-GB" b="1" dirty="0"/>
              <a:t>Project Outline</a:t>
            </a:r>
          </a:p>
        </p:txBody>
      </p:sp>
      <p:sp>
        <p:nvSpPr>
          <p:cNvPr id="3" name="Content Placeholder 2"/>
          <p:cNvSpPr>
            <a:spLocks noGrp="1"/>
          </p:cNvSpPr>
          <p:nvPr>
            <p:ph idx="1"/>
          </p:nvPr>
        </p:nvSpPr>
        <p:spPr/>
        <p:txBody>
          <a:bodyPr rtlCol="0"/>
          <a:lstStyle/>
          <a:p>
            <a:pPr rtl="0"/>
            <a:r>
              <a:rPr lang="en-GB" dirty="0"/>
              <a:t>Part 1: Exploratory Data Analysis</a:t>
            </a:r>
          </a:p>
          <a:p>
            <a:pPr lvl="1" rtl="0"/>
            <a:r>
              <a:rPr lang="en-GB" dirty="0"/>
              <a:t>In this step of the project, I analysed the data in order to establish which models to use and how to adapt them to the nature of the data.</a:t>
            </a:r>
          </a:p>
          <a:p>
            <a:pPr rtl="0"/>
            <a:r>
              <a:rPr lang="en-GB" dirty="0"/>
              <a:t>Part 2: Classification Task</a:t>
            </a:r>
          </a:p>
          <a:p>
            <a:pPr lvl="1" rtl="0"/>
            <a:r>
              <a:rPr lang="en-GB" dirty="0"/>
              <a:t>Building the classification models and comparing their performance.</a:t>
            </a:r>
          </a:p>
          <a:p>
            <a:pPr rtl="0"/>
            <a:r>
              <a:rPr lang="en-GB" dirty="0"/>
              <a:t>Part 3: Regression Task</a:t>
            </a:r>
          </a:p>
          <a:p>
            <a:pPr lvl="1" rtl="0"/>
            <a:r>
              <a:rPr lang="en-GB" dirty="0"/>
              <a:t>Building the regression models and comparing their performance, as well as comparing the performance and suitability of regression and classification models for the given dataset.</a:t>
            </a:r>
          </a:p>
          <a:p>
            <a:pPr rtl="0"/>
            <a:endParaRPr lang="en-GB" dirty="0"/>
          </a:p>
        </p:txBody>
      </p:sp>
    </p:spTree>
    <p:extLst>
      <p:ext uri="{BB962C8B-B14F-4D97-AF65-F5344CB8AC3E}">
        <p14:creationId xmlns:p14="http://schemas.microsoft.com/office/powerpoint/2010/main" val="997860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pPr rtl="0"/>
            <a:r>
              <a:rPr lang="en-GB" dirty="0"/>
              <a:t>Part 1: </a:t>
            </a:r>
            <a:r>
              <a:rPr lang="en-GB" b="1" dirty="0"/>
              <a:t>Exploratory Data Analysis</a:t>
            </a:r>
          </a:p>
        </p:txBody>
      </p:sp>
      <p:sp>
        <p:nvSpPr>
          <p:cNvPr id="3" name="Content Placeholder 2"/>
          <p:cNvSpPr>
            <a:spLocks noGrp="1"/>
          </p:cNvSpPr>
          <p:nvPr>
            <p:ph idx="1"/>
          </p:nvPr>
        </p:nvSpPr>
        <p:spPr/>
        <p:txBody>
          <a:bodyPr rtlCol="0">
            <a:normAutofit fontScale="77500" lnSpcReduction="20000"/>
          </a:bodyPr>
          <a:lstStyle/>
          <a:p>
            <a:pPr marL="109728" indent="0">
              <a:buNone/>
            </a:pPr>
            <a:r>
              <a:rPr lang="en-GB" dirty="0"/>
              <a:t>This part of the project tried to answer the following questions:</a:t>
            </a:r>
          </a:p>
          <a:p>
            <a:r>
              <a:rPr lang="en-GB" b="1" dirty="0"/>
              <a:t>Is the dataset balanced or imbalanced?</a:t>
            </a:r>
            <a:r>
              <a:rPr lang="en-GB" dirty="0"/>
              <a:t> Models tend to be affected by the imbalance in the dataset </a:t>
            </a:r>
            <a:r>
              <a:rPr lang="en-GB" dirty="0">
                <a:sym typeface="Wingdings" panose="05000000000000000000" pitchFamily="2" charset="2"/>
              </a:rPr>
              <a:t> classification</a:t>
            </a:r>
            <a:endParaRPr lang="en-GB" dirty="0"/>
          </a:p>
          <a:p>
            <a:r>
              <a:rPr lang="en-GB" b="1" dirty="0"/>
              <a:t>How is data distributed? </a:t>
            </a:r>
            <a:r>
              <a:rPr lang="en-GB" dirty="0"/>
              <a:t>Are features linearly separable based on the class? </a:t>
            </a:r>
            <a:r>
              <a:rPr lang="en-GB" dirty="0">
                <a:sym typeface="Wingdings" panose="05000000000000000000" pitchFamily="2" charset="2"/>
              </a:rPr>
              <a:t> classification</a:t>
            </a:r>
          </a:p>
          <a:p>
            <a:r>
              <a:rPr lang="en-GB" b="1" dirty="0"/>
              <a:t>Are there any correlated features?</a:t>
            </a:r>
            <a:r>
              <a:rPr lang="en-GB" dirty="0"/>
              <a:t> This might affect the performance of the models: for linear algorithms, multicollinearity can cause the coefficients of the correlated features to become unstable, while for KNN correlated features can affect distances: if two features are highly correlated, the “distance” between points might be dominated by those correlated dimensions, giving them more influence than they should have. </a:t>
            </a:r>
            <a:r>
              <a:rPr lang="en-GB" dirty="0">
                <a:sym typeface="Wingdings" panose="05000000000000000000" pitchFamily="2" charset="2"/>
              </a:rPr>
              <a:t> classification and regression</a:t>
            </a:r>
            <a:endParaRPr lang="en-GB" dirty="0"/>
          </a:p>
          <a:p>
            <a:r>
              <a:rPr lang="en-GB" b="1" dirty="0"/>
              <a:t>Is there a linear relationship between the features and the target?</a:t>
            </a:r>
            <a:r>
              <a:rPr lang="en-GB" dirty="0"/>
              <a:t> This shows if the relationship between features and the "continuous" target is better modelled using a linear model or a non-linear one. </a:t>
            </a:r>
            <a:r>
              <a:rPr lang="en-GB" dirty="0">
                <a:sym typeface="Wingdings" panose="05000000000000000000" pitchFamily="2" charset="2"/>
              </a:rPr>
              <a:t> regression</a:t>
            </a:r>
            <a:br>
              <a:rPr lang="en-GB" dirty="0"/>
            </a:br>
            <a:endParaRPr lang="en-GB" dirty="0"/>
          </a:p>
          <a:p>
            <a:endParaRPr lang="en-GB" dirty="0"/>
          </a:p>
        </p:txBody>
      </p:sp>
    </p:spTree>
    <p:extLst>
      <p:ext uri="{BB962C8B-B14F-4D97-AF65-F5344CB8AC3E}">
        <p14:creationId xmlns:p14="http://schemas.microsoft.com/office/powerpoint/2010/main" val="3848880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rtlCol="0"/>
          <a:lstStyle/>
          <a:p>
            <a:r>
              <a:rPr lang="en-GB" dirty="0"/>
              <a:t>Part 1: </a:t>
            </a:r>
            <a:r>
              <a:rPr lang="en-GB" b="1" dirty="0"/>
              <a:t>Is the dataset balanced or imbalanced?</a:t>
            </a:r>
            <a:r>
              <a:rPr lang="en-GB" dirty="0"/>
              <a:t> </a:t>
            </a:r>
          </a:p>
        </p:txBody>
      </p:sp>
      <p:sp>
        <p:nvSpPr>
          <p:cNvPr id="6" name="Text Placeholder 5"/>
          <p:cNvSpPr>
            <a:spLocks noGrp="1"/>
          </p:cNvSpPr>
          <p:nvPr>
            <p:ph sz="half" idx="1"/>
          </p:nvPr>
        </p:nvSpPr>
        <p:spPr>
          <a:xfrm>
            <a:off x="609600" y="2249425"/>
            <a:ext cx="5384800" cy="2271459"/>
          </a:xfrm>
        </p:spPr>
        <p:txBody>
          <a:bodyPr rtlCol="0"/>
          <a:lstStyle/>
          <a:p>
            <a:pPr rtl="0"/>
            <a:r>
              <a:rPr lang="en-GB" dirty="0"/>
              <a:t>Imbalanced dataset</a:t>
            </a:r>
          </a:p>
          <a:p>
            <a:pPr rtl="0"/>
            <a:r>
              <a:rPr lang="en-GB" dirty="0"/>
              <a:t>To deal with the imbalance in the data, when I engineered the target for the classification task (based on the original target </a:t>
            </a:r>
            <a:r>
              <a:rPr lang="en-GB" b="1" i="1" dirty="0"/>
              <a:t>quality</a:t>
            </a:r>
            <a:r>
              <a:rPr lang="en-GB" dirty="0"/>
              <a:t>), I set its threshold to the median value of quality.</a:t>
            </a:r>
          </a:p>
        </p:txBody>
      </p:sp>
      <p:pic>
        <p:nvPicPr>
          <p:cNvPr id="4" name="Content Placeholder 3" descr="A computer screen shot of a code&#10;&#10;AI-generated content may be incorrect.">
            <a:extLst>
              <a:ext uri="{FF2B5EF4-FFF2-40B4-BE49-F238E27FC236}">
                <a16:creationId xmlns:a16="http://schemas.microsoft.com/office/drawing/2014/main" id="{EE1B7493-0CBA-CA50-6204-C26A6F0EE0B3}"/>
              </a:ext>
            </a:extLst>
          </p:cNvPr>
          <p:cNvPicPr>
            <a:picLocks noGrp="1" noChangeAspect="1"/>
          </p:cNvPicPr>
          <p:nvPr>
            <p:ph sz="half" idx="2"/>
          </p:nvPr>
        </p:nvPicPr>
        <p:blipFill>
          <a:blip r:embed="rId3"/>
          <a:stretch>
            <a:fillRect/>
          </a:stretch>
        </p:blipFill>
        <p:spPr>
          <a:xfrm>
            <a:off x="6143100" y="2209800"/>
            <a:ext cx="5384800" cy="1550169"/>
          </a:xfrm>
          <a:prstGeom prst="rect">
            <a:avLst/>
          </a:prstGeom>
        </p:spPr>
      </p:pic>
      <p:pic>
        <p:nvPicPr>
          <p:cNvPr id="7" name="Picture 6">
            <a:extLst>
              <a:ext uri="{FF2B5EF4-FFF2-40B4-BE49-F238E27FC236}">
                <a16:creationId xmlns:a16="http://schemas.microsoft.com/office/drawing/2014/main" id="{4B6501CB-23E5-3021-96D8-3D1EB8511082}"/>
              </a:ext>
            </a:extLst>
          </p:cNvPr>
          <p:cNvPicPr>
            <a:picLocks noChangeAspect="1"/>
          </p:cNvPicPr>
          <p:nvPr/>
        </p:nvPicPr>
        <p:blipFill>
          <a:blip r:embed="rId4"/>
          <a:stretch>
            <a:fillRect/>
          </a:stretch>
        </p:blipFill>
        <p:spPr>
          <a:xfrm>
            <a:off x="7434351" y="4672296"/>
            <a:ext cx="4148049" cy="308946"/>
          </a:xfrm>
          <a:prstGeom prst="rect">
            <a:avLst/>
          </a:prstGeom>
        </p:spPr>
      </p:pic>
      <p:pic>
        <p:nvPicPr>
          <p:cNvPr id="10" name="Picture 9" descr="A screenshot of a cell phone&#10;&#10;AI-generated content may be incorrect.">
            <a:extLst>
              <a:ext uri="{FF2B5EF4-FFF2-40B4-BE49-F238E27FC236}">
                <a16:creationId xmlns:a16="http://schemas.microsoft.com/office/drawing/2014/main" id="{4666D977-BA07-5FB0-DCB4-EF5A14C17B2E}"/>
              </a:ext>
            </a:extLst>
          </p:cNvPr>
          <p:cNvPicPr>
            <a:picLocks noChangeAspect="1"/>
          </p:cNvPicPr>
          <p:nvPr/>
        </p:nvPicPr>
        <p:blipFill>
          <a:blip r:embed="rId5"/>
          <a:stretch>
            <a:fillRect/>
          </a:stretch>
        </p:blipFill>
        <p:spPr>
          <a:xfrm>
            <a:off x="6551230" y="4060300"/>
            <a:ext cx="738055" cy="1686490"/>
          </a:xfrm>
          <a:prstGeom prst="rect">
            <a:avLst/>
          </a:prstGeom>
        </p:spPr>
      </p:pic>
      <p:pic>
        <p:nvPicPr>
          <p:cNvPr id="12" name="Picture 11" descr="A screen shot of a phone&#10;&#10;AI-generated content may be incorrect.">
            <a:extLst>
              <a:ext uri="{FF2B5EF4-FFF2-40B4-BE49-F238E27FC236}">
                <a16:creationId xmlns:a16="http://schemas.microsoft.com/office/drawing/2014/main" id="{97130518-AE3C-3177-E70D-654466617C17}"/>
              </a:ext>
            </a:extLst>
          </p:cNvPr>
          <p:cNvPicPr>
            <a:picLocks noChangeAspect="1"/>
          </p:cNvPicPr>
          <p:nvPr/>
        </p:nvPicPr>
        <p:blipFill>
          <a:blip r:embed="rId6"/>
          <a:stretch>
            <a:fillRect/>
          </a:stretch>
        </p:blipFill>
        <p:spPr>
          <a:xfrm>
            <a:off x="6143100" y="4060300"/>
            <a:ext cx="408130" cy="1686490"/>
          </a:xfrm>
          <a:prstGeom prst="rect">
            <a:avLst/>
          </a:prstGeom>
        </p:spPr>
      </p:pic>
      <p:sp>
        <p:nvSpPr>
          <p:cNvPr id="14" name="Rectangle 13">
            <a:extLst>
              <a:ext uri="{FF2B5EF4-FFF2-40B4-BE49-F238E27FC236}">
                <a16:creationId xmlns:a16="http://schemas.microsoft.com/office/drawing/2014/main" id="{3373A8EF-7BE0-C80C-CE5D-C683F61568E9}"/>
              </a:ext>
            </a:extLst>
          </p:cNvPr>
          <p:cNvSpPr/>
          <p:nvPr/>
        </p:nvSpPr>
        <p:spPr>
          <a:xfrm>
            <a:off x="6196338" y="5196745"/>
            <a:ext cx="1022310" cy="17606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a:extLst>
              <a:ext uri="{FF2B5EF4-FFF2-40B4-BE49-F238E27FC236}">
                <a16:creationId xmlns:a16="http://schemas.microsoft.com/office/drawing/2014/main" id="{B015BAC6-98C5-0936-9162-6D2D4F5ADE42}"/>
              </a:ext>
            </a:extLst>
          </p:cNvPr>
          <p:cNvSpPr/>
          <p:nvPr/>
        </p:nvSpPr>
        <p:spPr>
          <a:xfrm>
            <a:off x="6196338" y="2953342"/>
            <a:ext cx="1022310" cy="60770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15">
            <a:extLst>
              <a:ext uri="{FF2B5EF4-FFF2-40B4-BE49-F238E27FC236}">
                <a16:creationId xmlns:a16="http://schemas.microsoft.com/office/drawing/2014/main" id="{87245ED7-C556-47E3-7D27-F0CD7AA4D2DB}"/>
              </a:ext>
            </a:extLst>
          </p:cNvPr>
          <p:cNvSpPr/>
          <p:nvPr/>
        </p:nvSpPr>
        <p:spPr>
          <a:xfrm>
            <a:off x="10416209" y="4753744"/>
            <a:ext cx="221500" cy="22749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237039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13939-9037-8A9C-D898-F7BE2A64C532}"/>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285D9646-9719-DDBD-9002-9F6B4D788617}"/>
              </a:ext>
            </a:extLst>
          </p:cNvPr>
          <p:cNvSpPr>
            <a:spLocks noGrp="1"/>
          </p:cNvSpPr>
          <p:nvPr>
            <p:ph type="title"/>
          </p:nvPr>
        </p:nvSpPr>
        <p:spPr/>
        <p:txBody>
          <a:bodyPr rtlCol="0">
            <a:normAutofit/>
          </a:bodyPr>
          <a:lstStyle/>
          <a:p>
            <a:r>
              <a:rPr lang="en-GB" dirty="0"/>
              <a:t>Part 1: </a:t>
            </a:r>
            <a:r>
              <a:rPr lang="en-GB" b="1" dirty="0"/>
              <a:t>How is data distributed?</a:t>
            </a:r>
            <a:endParaRPr lang="en-GB" dirty="0"/>
          </a:p>
        </p:txBody>
      </p:sp>
      <p:sp>
        <p:nvSpPr>
          <p:cNvPr id="6" name="Text Placeholder 5">
            <a:extLst>
              <a:ext uri="{FF2B5EF4-FFF2-40B4-BE49-F238E27FC236}">
                <a16:creationId xmlns:a16="http://schemas.microsoft.com/office/drawing/2014/main" id="{6A4C56B3-BD73-8CDB-C81D-43936529B23C}"/>
              </a:ext>
            </a:extLst>
          </p:cNvPr>
          <p:cNvSpPr>
            <a:spLocks noGrp="1"/>
          </p:cNvSpPr>
          <p:nvPr>
            <p:ph sz="half" idx="1"/>
          </p:nvPr>
        </p:nvSpPr>
        <p:spPr>
          <a:xfrm>
            <a:off x="609600" y="2249425"/>
            <a:ext cx="5384800" cy="3867400"/>
          </a:xfrm>
        </p:spPr>
        <p:txBody>
          <a:bodyPr rtlCol="0">
            <a:normAutofit fontScale="92500" lnSpcReduction="20000"/>
          </a:bodyPr>
          <a:lstStyle/>
          <a:p>
            <a:pPr rtl="0"/>
            <a:r>
              <a:rPr lang="en-GB" dirty="0"/>
              <a:t>Boxplots representing the distribution of each feature for each of the 2 classes: good wine vs. bad wine.</a:t>
            </a:r>
          </a:p>
          <a:p>
            <a:pPr rtl="0"/>
            <a:r>
              <a:rPr lang="en-GB" dirty="0"/>
              <a:t>For most of the boxplots:</a:t>
            </a:r>
          </a:p>
          <a:p>
            <a:pPr lvl="1"/>
            <a:r>
              <a:rPr lang="en-GB" dirty="0"/>
              <a:t>the medians are close</a:t>
            </a:r>
          </a:p>
          <a:p>
            <a:pPr lvl="1"/>
            <a:r>
              <a:rPr lang="en-GB" dirty="0"/>
              <a:t>interquartile ranges overlap a lot</a:t>
            </a:r>
          </a:p>
          <a:p>
            <a:pPr lvl="1"/>
            <a:r>
              <a:rPr lang="en-GB" dirty="0"/>
              <a:t>there is no clear gap between the two classes</a:t>
            </a:r>
          </a:p>
          <a:p>
            <a:r>
              <a:rPr lang="en-GB" dirty="0">
                <a:sym typeface="Wingdings" panose="05000000000000000000" pitchFamily="2" charset="2"/>
              </a:rPr>
              <a:t> </a:t>
            </a:r>
            <a:r>
              <a:rPr lang="en-GB" dirty="0"/>
              <a:t>This indicates that the classes might not be clearly separable using simple linear boundaries based on individual features, meaning that linear models like Logistic Regression may struggle to fully capture the class structure, while models that can handle more complex decision boundaries, such as KNN, may be better suited for this task.</a:t>
            </a:r>
          </a:p>
          <a:p>
            <a:endParaRPr lang="en-GB" dirty="0"/>
          </a:p>
        </p:txBody>
      </p:sp>
      <p:pic>
        <p:nvPicPr>
          <p:cNvPr id="8" name="Content Placeholder 7" descr="A diagram of a quality class&#10;&#10;AI-generated content may be incorrect.">
            <a:extLst>
              <a:ext uri="{FF2B5EF4-FFF2-40B4-BE49-F238E27FC236}">
                <a16:creationId xmlns:a16="http://schemas.microsoft.com/office/drawing/2014/main" id="{4FBB6620-CCED-60AA-5A7C-2CC7D501CBCB}"/>
              </a:ext>
            </a:extLst>
          </p:cNvPr>
          <p:cNvPicPr>
            <a:picLocks noGrp="1" noChangeAspect="1"/>
          </p:cNvPicPr>
          <p:nvPr>
            <p:ph sz="half" idx="2"/>
          </p:nvPr>
        </p:nvPicPr>
        <p:blipFill>
          <a:blip r:embed="rId3"/>
          <a:stretch>
            <a:fillRect/>
          </a:stretch>
        </p:blipFill>
        <p:spPr>
          <a:xfrm>
            <a:off x="6374933" y="2043710"/>
            <a:ext cx="2950817" cy="2167779"/>
          </a:xfrm>
          <a:prstGeom prst="rect">
            <a:avLst/>
          </a:prstGeom>
        </p:spPr>
      </p:pic>
      <p:pic>
        <p:nvPicPr>
          <p:cNvPr id="13" name="Picture 12" descr="A diagram of alcohol and quality class&#10;&#10;AI-generated content may be incorrect.">
            <a:extLst>
              <a:ext uri="{FF2B5EF4-FFF2-40B4-BE49-F238E27FC236}">
                <a16:creationId xmlns:a16="http://schemas.microsoft.com/office/drawing/2014/main" id="{344B5C0E-DBAF-2FAF-5B0C-CF8DCFC1F382}"/>
              </a:ext>
            </a:extLst>
          </p:cNvPr>
          <p:cNvPicPr>
            <a:picLocks noChangeAspect="1"/>
          </p:cNvPicPr>
          <p:nvPr/>
        </p:nvPicPr>
        <p:blipFill>
          <a:blip r:embed="rId4"/>
          <a:stretch>
            <a:fillRect/>
          </a:stretch>
        </p:blipFill>
        <p:spPr>
          <a:xfrm>
            <a:off x="8354991" y="4317129"/>
            <a:ext cx="2982339" cy="2208620"/>
          </a:xfrm>
          <a:prstGeom prst="rect">
            <a:avLst/>
          </a:prstGeom>
        </p:spPr>
      </p:pic>
    </p:spTree>
    <p:extLst>
      <p:ext uri="{BB962C8B-B14F-4D97-AF65-F5344CB8AC3E}">
        <p14:creationId xmlns:p14="http://schemas.microsoft.com/office/powerpoint/2010/main" val="20698641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BB6D41-4E06-AA9B-140C-0713EADD149C}"/>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F259826C-94C0-F0F3-7C87-3D6EA476E205}"/>
              </a:ext>
            </a:extLst>
          </p:cNvPr>
          <p:cNvSpPr>
            <a:spLocks noGrp="1"/>
          </p:cNvSpPr>
          <p:nvPr>
            <p:ph type="title"/>
          </p:nvPr>
        </p:nvSpPr>
        <p:spPr/>
        <p:txBody>
          <a:bodyPr rtlCol="0">
            <a:normAutofit/>
          </a:bodyPr>
          <a:lstStyle/>
          <a:p>
            <a:r>
              <a:rPr lang="en-GB" dirty="0"/>
              <a:t>Part 1: </a:t>
            </a:r>
            <a:r>
              <a:rPr lang="en-GB" b="1" dirty="0"/>
              <a:t>Are there any correlated features?</a:t>
            </a:r>
            <a:endParaRPr lang="en-GB" dirty="0"/>
          </a:p>
        </p:txBody>
      </p:sp>
      <p:sp>
        <p:nvSpPr>
          <p:cNvPr id="6" name="Text Placeholder 5">
            <a:extLst>
              <a:ext uri="{FF2B5EF4-FFF2-40B4-BE49-F238E27FC236}">
                <a16:creationId xmlns:a16="http://schemas.microsoft.com/office/drawing/2014/main" id="{67389E57-0C7F-F071-45DD-D19586F18547}"/>
              </a:ext>
            </a:extLst>
          </p:cNvPr>
          <p:cNvSpPr>
            <a:spLocks noGrp="1"/>
          </p:cNvSpPr>
          <p:nvPr>
            <p:ph sz="half" idx="1"/>
          </p:nvPr>
        </p:nvSpPr>
        <p:spPr>
          <a:xfrm>
            <a:off x="609600" y="2249425"/>
            <a:ext cx="5384800" cy="3867400"/>
          </a:xfrm>
        </p:spPr>
        <p:txBody>
          <a:bodyPr rtlCol="0">
            <a:normAutofit/>
          </a:bodyPr>
          <a:lstStyle/>
          <a:p>
            <a:r>
              <a:rPr lang="en-GB" b="1" dirty="0"/>
              <a:t>Correlations above 0.7 can be considered indicative of strong linear relationships between features, which may lead to multicollinearity in linear models such as Logistic Regression. </a:t>
            </a:r>
            <a:endParaRPr lang="en-GB" dirty="0"/>
          </a:p>
          <a:p>
            <a:r>
              <a:rPr lang="en-GB" dirty="0"/>
              <a:t>A strong correlation was observed between residual sugar and density</a:t>
            </a:r>
          </a:p>
          <a:p>
            <a:r>
              <a:rPr lang="en-GB" dirty="0">
                <a:sym typeface="Wingdings" panose="05000000000000000000" pitchFamily="2" charset="2"/>
              </a:rPr>
              <a:t> S</a:t>
            </a:r>
            <a:r>
              <a:rPr lang="en-GB" dirty="0"/>
              <a:t>ince the objective is to compare the performance of the models rather than interpret individual coefficients, and both models are trained on the same feature set for fairness, I kept both features.</a:t>
            </a:r>
          </a:p>
          <a:p>
            <a:endParaRPr lang="en-GB" dirty="0"/>
          </a:p>
        </p:txBody>
      </p:sp>
      <p:pic>
        <p:nvPicPr>
          <p:cNvPr id="10" name="Content Placeholder 9" descr="A screenshot of a computer screen&#10;&#10;AI-generated content may be incorrect.">
            <a:extLst>
              <a:ext uri="{FF2B5EF4-FFF2-40B4-BE49-F238E27FC236}">
                <a16:creationId xmlns:a16="http://schemas.microsoft.com/office/drawing/2014/main" id="{6945FC16-D7FA-BC25-BA4F-F7FE6CA11666}"/>
              </a:ext>
            </a:extLst>
          </p:cNvPr>
          <p:cNvPicPr>
            <a:picLocks noGrp="1" noChangeAspect="1"/>
          </p:cNvPicPr>
          <p:nvPr>
            <p:ph sz="half" idx="2"/>
          </p:nvPr>
        </p:nvPicPr>
        <p:blipFill>
          <a:blip r:embed="rId3"/>
          <a:srcRect t="1168"/>
          <a:stretch>
            <a:fillRect/>
          </a:stretch>
        </p:blipFill>
        <p:spPr>
          <a:xfrm>
            <a:off x="6485455" y="2209800"/>
            <a:ext cx="4843168" cy="4291101"/>
          </a:xfrm>
          <a:prstGeom prst="rect">
            <a:avLst/>
          </a:prstGeom>
        </p:spPr>
      </p:pic>
    </p:spTree>
    <p:extLst>
      <p:ext uri="{BB962C8B-B14F-4D97-AF65-F5344CB8AC3E}">
        <p14:creationId xmlns:p14="http://schemas.microsoft.com/office/powerpoint/2010/main" val="1753751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5FF462-0DC3-6DEF-D41B-00EBAB0B77B7}"/>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22FA22C7-1EF1-CEEF-CA71-C6C17C780310}"/>
              </a:ext>
            </a:extLst>
          </p:cNvPr>
          <p:cNvSpPr>
            <a:spLocks noGrp="1"/>
          </p:cNvSpPr>
          <p:nvPr>
            <p:ph type="title"/>
          </p:nvPr>
        </p:nvSpPr>
        <p:spPr/>
        <p:txBody>
          <a:bodyPr rtlCol="0">
            <a:normAutofit fontScale="90000"/>
          </a:bodyPr>
          <a:lstStyle/>
          <a:p>
            <a:r>
              <a:rPr lang="en-GB" dirty="0"/>
              <a:t>Part 1: </a:t>
            </a:r>
            <a:r>
              <a:rPr lang="en-GB" b="1" dirty="0"/>
              <a:t>Is there a linear relationship between the features and the target?</a:t>
            </a:r>
            <a:endParaRPr lang="en-GB" dirty="0"/>
          </a:p>
        </p:txBody>
      </p:sp>
      <p:sp>
        <p:nvSpPr>
          <p:cNvPr id="6" name="Text Placeholder 5">
            <a:extLst>
              <a:ext uri="{FF2B5EF4-FFF2-40B4-BE49-F238E27FC236}">
                <a16:creationId xmlns:a16="http://schemas.microsoft.com/office/drawing/2014/main" id="{77AA79C6-C1E6-9A22-BC02-40C0C0E67AD8}"/>
              </a:ext>
            </a:extLst>
          </p:cNvPr>
          <p:cNvSpPr>
            <a:spLocks noGrp="1"/>
          </p:cNvSpPr>
          <p:nvPr>
            <p:ph sz="half" idx="1"/>
          </p:nvPr>
        </p:nvSpPr>
        <p:spPr>
          <a:xfrm>
            <a:off x="609600" y="2249425"/>
            <a:ext cx="5384800" cy="3867400"/>
          </a:xfrm>
        </p:spPr>
        <p:txBody>
          <a:bodyPr rtlCol="0">
            <a:normAutofit/>
          </a:bodyPr>
          <a:lstStyle/>
          <a:p>
            <a:r>
              <a:rPr lang="en-GB" dirty="0"/>
              <a:t>I computed Pearson correlation coefficients between the target and each feature, which measure linear relationships</a:t>
            </a:r>
          </a:p>
          <a:p>
            <a:r>
              <a:rPr lang="en-GB" dirty="0"/>
              <a:t>it can be observed that the relationships between the features and the quality target are very weak. </a:t>
            </a:r>
          </a:p>
          <a:p>
            <a:r>
              <a:rPr lang="en-GB" dirty="0">
                <a:sym typeface="Wingdings" panose="05000000000000000000" pitchFamily="2" charset="2"/>
              </a:rPr>
              <a:t> Thia means</a:t>
            </a:r>
            <a:r>
              <a:rPr lang="en-GB" dirty="0"/>
              <a:t> that for regression, a linear model wouldn't perform very well since it requires linear relations between features and the target.</a:t>
            </a:r>
          </a:p>
          <a:p>
            <a:endParaRPr lang="en-GB" dirty="0"/>
          </a:p>
        </p:txBody>
      </p:sp>
      <p:pic>
        <p:nvPicPr>
          <p:cNvPr id="8" name="Content Placeholder 7" descr="A screenshot of a computer program&#10;&#10;AI-generated content may be incorrect.">
            <a:extLst>
              <a:ext uri="{FF2B5EF4-FFF2-40B4-BE49-F238E27FC236}">
                <a16:creationId xmlns:a16="http://schemas.microsoft.com/office/drawing/2014/main" id="{67A32AD5-B39B-1C54-C6B0-338B348C2AA6}"/>
              </a:ext>
            </a:extLst>
          </p:cNvPr>
          <p:cNvPicPr>
            <a:picLocks noGrp="1" noChangeAspect="1"/>
          </p:cNvPicPr>
          <p:nvPr>
            <p:ph sz="half" idx="2"/>
          </p:nvPr>
        </p:nvPicPr>
        <p:blipFill>
          <a:blip r:embed="rId3"/>
          <a:stretch>
            <a:fillRect/>
          </a:stretch>
        </p:blipFill>
        <p:spPr>
          <a:xfrm>
            <a:off x="6096000" y="1911032"/>
            <a:ext cx="5384800" cy="4121364"/>
          </a:xfrm>
          <a:prstGeom prst="rect">
            <a:avLst/>
          </a:prstGeom>
        </p:spPr>
      </p:pic>
    </p:spTree>
    <p:extLst>
      <p:ext uri="{BB962C8B-B14F-4D97-AF65-F5344CB8AC3E}">
        <p14:creationId xmlns:p14="http://schemas.microsoft.com/office/powerpoint/2010/main" val="2119195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pPr rtl="0"/>
            <a:r>
              <a:rPr lang="en-GB" dirty="0"/>
              <a:t>Part 2: </a:t>
            </a:r>
            <a:r>
              <a:rPr lang="en-GB" b="1" dirty="0"/>
              <a:t>Classification task</a:t>
            </a:r>
          </a:p>
        </p:txBody>
      </p:sp>
      <p:sp>
        <p:nvSpPr>
          <p:cNvPr id="3" name="Content Placeholder 2"/>
          <p:cNvSpPr>
            <a:spLocks noGrp="1"/>
          </p:cNvSpPr>
          <p:nvPr>
            <p:ph idx="1"/>
          </p:nvPr>
        </p:nvSpPr>
        <p:spPr>
          <a:xfrm>
            <a:off x="609600" y="2249424"/>
            <a:ext cx="10972800" cy="4049145"/>
          </a:xfrm>
        </p:spPr>
        <p:txBody>
          <a:bodyPr rtlCol="0">
            <a:normAutofit fontScale="55000" lnSpcReduction="20000"/>
          </a:bodyPr>
          <a:lstStyle/>
          <a:p>
            <a:pPr rtl="0"/>
            <a:r>
              <a:rPr lang="en-GB" dirty="0"/>
              <a:t>Data Splitting:</a:t>
            </a:r>
          </a:p>
          <a:p>
            <a:pPr lvl="1"/>
            <a:r>
              <a:rPr lang="en-GB" dirty="0"/>
              <a:t>Initial split: Train + Validation set, Test set </a:t>
            </a:r>
            <a:r>
              <a:rPr lang="en-GB" dirty="0">
                <a:sym typeface="Wingdings" panose="05000000000000000000" pitchFamily="2" charset="2"/>
              </a:rPr>
              <a:t> </a:t>
            </a:r>
            <a:r>
              <a:rPr lang="en-GB" dirty="0"/>
              <a:t>The split is done in a stratified manner, meaning that the proportion of good and not-good wines is preserved in both subsets;</a:t>
            </a:r>
          </a:p>
          <a:p>
            <a:pPr lvl="1"/>
            <a:r>
              <a:rPr lang="en-GB" dirty="0"/>
              <a:t>Test set is put aside and only used at the end, once;</a:t>
            </a:r>
          </a:p>
          <a:p>
            <a:pPr lvl="1"/>
            <a:r>
              <a:rPr lang="en-GB" dirty="0"/>
              <a:t>The Train + Validation subset is k-fold cross-validation with </a:t>
            </a:r>
            <a:r>
              <a:rPr lang="en-GB" dirty="0" err="1"/>
              <a:t>GridSearchCV</a:t>
            </a:r>
            <a:r>
              <a:rPr lang="en-GB" dirty="0"/>
              <a:t> during hyperparameter tuning.</a:t>
            </a:r>
          </a:p>
          <a:p>
            <a:pPr rtl="0"/>
            <a:r>
              <a:rPr lang="en-GB" dirty="0"/>
              <a:t>Trained models:</a:t>
            </a:r>
          </a:p>
          <a:p>
            <a:pPr lvl="1"/>
            <a:r>
              <a:rPr lang="en-GB" dirty="0"/>
              <a:t>Logistic Regression</a:t>
            </a:r>
          </a:p>
          <a:p>
            <a:pPr lvl="1"/>
            <a:r>
              <a:rPr lang="en-GB" dirty="0"/>
              <a:t>KNN</a:t>
            </a:r>
          </a:p>
          <a:p>
            <a:r>
              <a:rPr lang="en-GB" dirty="0"/>
              <a:t>Training:</a:t>
            </a:r>
          </a:p>
          <a:p>
            <a:pPr lvl="1"/>
            <a:r>
              <a:rPr lang="en-GB" dirty="0"/>
              <a:t>Initial training, default parameters </a:t>
            </a:r>
            <a:r>
              <a:rPr lang="en-GB" dirty="0">
                <a:sym typeface="Wingdings" panose="05000000000000000000" pitchFamily="2" charset="2"/>
              </a:rPr>
              <a:t> initial performance</a:t>
            </a:r>
          </a:p>
          <a:p>
            <a:pPr lvl="1"/>
            <a:r>
              <a:rPr lang="en-GB" dirty="0">
                <a:sym typeface="Wingdings" panose="05000000000000000000" pitchFamily="2" charset="2"/>
              </a:rPr>
              <a:t>Hyperparameter tuning  best parameters are used on the test set</a:t>
            </a:r>
          </a:p>
          <a:p>
            <a:r>
              <a:rPr lang="en-GB" dirty="0">
                <a:sym typeface="Wingdings" panose="05000000000000000000" pitchFamily="2" charset="2"/>
              </a:rPr>
              <a:t>Weighting was added for both models to deal with the imbalance between classes</a:t>
            </a:r>
          </a:p>
          <a:p>
            <a:r>
              <a:rPr lang="en-GB" dirty="0">
                <a:sym typeface="Wingdings" panose="05000000000000000000" pitchFamily="2" charset="2"/>
              </a:rPr>
              <a:t>Evaluation: 4 metrics for easier comparison between models:</a:t>
            </a:r>
          </a:p>
          <a:p>
            <a:pPr lvl="1"/>
            <a:r>
              <a:rPr lang="en-GB" dirty="0"/>
              <a:t>Accuracy shows the overall proportion of correctly classified samples. </a:t>
            </a:r>
          </a:p>
          <a:p>
            <a:pPr lvl="1"/>
            <a:r>
              <a:rPr lang="en-GB" dirty="0"/>
              <a:t>Precision measures how many of the wines predicted as “good” are actually good. </a:t>
            </a:r>
          </a:p>
          <a:p>
            <a:pPr lvl="1"/>
            <a:r>
              <a:rPr lang="en-GB" dirty="0"/>
              <a:t>Recall indicates how many of the truly good wines were correctly identified by the model. </a:t>
            </a:r>
          </a:p>
          <a:p>
            <a:pPr lvl="1"/>
            <a:r>
              <a:rPr lang="en-GB" dirty="0"/>
              <a:t>F1-score combines precision and recall into a single metric, making it especially useful for this task since the dataset is imbalanced. </a:t>
            </a:r>
          </a:p>
          <a:p>
            <a:pPr lvl="1"/>
            <a:endParaRPr lang="en-GB" dirty="0">
              <a:sym typeface="Wingdings" panose="05000000000000000000" pitchFamily="2" charset="2"/>
            </a:endParaRPr>
          </a:p>
          <a:p>
            <a:endParaRPr lang="en-GB" dirty="0">
              <a:sym typeface="Wingdings" panose="05000000000000000000" pitchFamily="2" charset="2"/>
            </a:endParaRPr>
          </a:p>
          <a:p>
            <a:endParaRPr lang="en-GB" dirty="0"/>
          </a:p>
        </p:txBody>
      </p:sp>
    </p:spTree>
    <p:extLst>
      <p:ext uri="{BB962C8B-B14F-4D97-AF65-F5344CB8AC3E}">
        <p14:creationId xmlns:p14="http://schemas.microsoft.com/office/powerpoint/2010/main" val="3046085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pPr rtl="0"/>
            <a:r>
              <a:rPr lang="en-GB" dirty="0"/>
              <a:t>Part 2: </a:t>
            </a:r>
            <a:r>
              <a:rPr lang="en-GB" b="1" dirty="0"/>
              <a:t>Data Splitting and Scaling</a:t>
            </a:r>
          </a:p>
        </p:txBody>
      </p:sp>
      <p:pic>
        <p:nvPicPr>
          <p:cNvPr id="6" name="Content Placeholder 5" descr="A screen shot of a computer&#10;&#10;AI-generated content may be incorrect.">
            <a:extLst>
              <a:ext uri="{FF2B5EF4-FFF2-40B4-BE49-F238E27FC236}">
                <a16:creationId xmlns:a16="http://schemas.microsoft.com/office/drawing/2014/main" id="{75B8CC5E-051B-EA7A-67A5-A5A82C5086A9}"/>
              </a:ext>
            </a:extLst>
          </p:cNvPr>
          <p:cNvPicPr>
            <a:picLocks noGrp="1" noChangeAspect="1"/>
          </p:cNvPicPr>
          <p:nvPr>
            <p:ph sz="half" idx="2"/>
          </p:nvPr>
        </p:nvPicPr>
        <p:blipFill>
          <a:blip r:embed="rId3"/>
          <a:stretch>
            <a:fillRect/>
          </a:stretch>
        </p:blipFill>
        <p:spPr>
          <a:xfrm>
            <a:off x="1649580" y="4143870"/>
            <a:ext cx="8892840" cy="1126599"/>
          </a:xfrm>
          <a:prstGeom prst="rect">
            <a:avLst/>
          </a:prstGeom>
        </p:spPr>
      </p:pic>
      <p:sp>
        <p:nvSpPr>
          <p:cNvPr id="7" name="Rectangle 6">
            <a:extLst>
              <a:ext uri="{FF2B5EF4-FFF2-40B4-BE49-F238E27FC236}">
                <a16:creationId xmlns:a16="http://schemas.microsoft.com/office/drawing/2014/main" id="{DAA5A05D-A383-7FEB-E225-C44585C8D682}"/>
              </a:ext>
            </a:extLst>
          </p:cNvPr>
          <p:cNvSpPr/>
          <p:nvPr/>
        </p:nvSpPr>
        <p:spPr>
          <a:xfrm>
            <a:off x="9666514" y="4645833"/>
            <a:ext cx="755374" cy="26693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Content Placeholder 8">
            <a:extLst>
              <a:ext uri="{FF2B5EF4-FFF2-40B4-BE49-F238E27FC236}">
                <a16:creationId xmlns:a16="http://schemas.microsoft.com/office/drawing/2014/main" id="{8AEA301F-86B5-B056-9CDB-120E38E4B172}"/>
              </a:ext>
            </a:extLst>
          </p:cNvPr>
          <p:cNvSpPr>
            <a:spLocks noGrp="1"/>
          </p:cNvSpPr>
          <p:nvPr>
            <p:ph sz="half" idx="1"/>
          </p:nvPr>
        </p:nvSpPr>
        <p:spPr>
          <a:xfrm>
            <a:off x="609599" y="2249425"/>
            <a:ext cx="11169689" cy="4341875"/>
          </a:xfrm>
        </p:spPr>
        <p:txBody>
          <a:bodyPr/>
          <a:lstStyle/>
          <a:p>
            <a:r>
              <a:rPr lang="en-GB" dirty="0"/>
              <a:t>Before training the models, the features are standardized using </a:t>
            </a:r>
            <a:r>
              <a:rPr lang="en-GB" b="1" dirty="0" err="1"/>
              <a:t>StandardScaler</a:t>
            </a:r>
            <a:r>
              <a:rPr lang="en-GB" dirty="0"/>
              <a:t>. This scaling process transforms each feature so that it has a mean of 0 and a standard deviation of 1. Feature scaling is important because the variables in the wine dataset are measured on different scales (for example, alcohol content and acidity), and models that rely on distances or optimization, such as KNN and Logistic Regression, can be strongly affected by these differences.</a:t>
            </a:r>
          </a:p>
          <a:p>
            <a:endParaRPr lang="en-GB" dirty="0"/>
          </a:p>
        </p:txBody>
      </p:sp>
      <p:pic>
        <p:nvPicPr>
          <p:cNvPr id="14" name="Picture 13">
            <a:extLst>
              <a:ext uri="{FF2B5EF4-FFF2-40B4-BE49-F238E27FC236}">
                <a16:creationId xmlns:a16="http://schemas.microsoft.com/office/drawing/2014/main" id="{FE256259-39FB-41DD-6F8C-0765507E7B7E}"/>
              </a:ext>
            </a:extLst>
          </p:cNvPr>
          <p:cNvPicPr>
            <a:picLocks noChangeAspect="1"/>
          </p:cNvPicPr>
          <p:nvPr/>
        </p:nvPicPr>
        <p:blipFill>
          <a:blip r:embed="rId4"/>
          <a:stretch>
            <a:fillRect/>
          </a:stretch>
        </p:blipFill>
        <p:spPr>
          <a:xfrm>
            <a:off x="1649580" y="5634799"/>
            <a:ext cx="4574525" cy="546445"/>
          </a:xfrm>
          <a:prstGeom prst="rect">
            <a:avLst/>
          </a:prstGeom>
        </p:spPr>
      </p:pic>
      <p:pic>
        <p:nvPicPr>
          <p:cNvPr id="16" name="Picture 15" descr="A screen shot of a computer code&#10;&#10;AI-generated content may be incorrect.">
            <a:extLst>
              <a:ext uri="{FF2B5EF4-FFF2-40B4-BE49-F238E27FC236}">
                <a16:creationId xmlns:a16="http://schemas.microsoft.com/office/drawing/2014/main" id="{A7576AE0-E9D3-FC81-8EA8-EEBE94FAB8E2}"/>
              </a:ext>
            </a:extLst>
          </p:cNvPr>
          <p:cNvPicPr>
            <a:picLocks noChangeAspect="1"/>
          </p:cNvPicPr>
          <p:nvPr/>
        </p:nvPicPr>
        <p:blipFill>
          <a:blip r:embed="rId5"/>
          <a:stretch>
            <a:fillRect/>
          </a:stretch>
        </p:blipFill>
        <p:spPr>
          <a:xfrm>
            <a:off x="6976639" y="5414733"/>
            <a:ext cx="3565781" cy="986579"/>
          </a:xfrm>
          <a:prstGeom prst="rect">
            <a:avLst/>
          </a:prstGeom>
        </p:spPr>
      </p:pic>
    </p:spTree>
    <p:extLst>
      <p:ext uri="{BB962C8B-B14F-4D97-AF65-F5344CB8AC3E}">
        <p14:creationId xmlns:p14="http://schemas.microsoft.com/office/powerpoint/2010/main" val="411993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39BB3-6BD8-1BA9-3111-6C6E65B1D8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82C293-06FE-3D7F-FD4D-19B1617DDAD6}"/>
              </a:ext>
            </a:extLst>
          </p:cNvPr>
          <p:cNvSpPr>
            <a:spLocks noGrp="1"/>
          </p:cNvSpPr>
          <p:nvPr>
            <p:ph type="title"/>
          </p:nvPr>
        </p:nvSpPr>
        <p:spPr/>
        <p:txBody>
          <a:bodyPr rtlCol="0"/>
          <a:lstStyle/>
          <a:p>
            <a:pPr rtl="0"/>
            <a:r>
              <a:rPr lang="en-GB" dirty="0"/>
              <a:t>Part 2: </a:t>
            </a:r>
            <a:r>
              <a:rPr lang="en-GB" b="1" dirty="0"/>
              <a:t>Training</a:t>
            </a:r>
          </a:p>
        </p:txBody>
      </p:sp>
      <p:sp>
        <p:nvSpPr>
          <p:cNvPr id="9" name="Content Placeholder 8">
            <a:extLst>
              <a:ext uri="{FF2B5EF4-FFF2-40B4-BE49-F238E27FC236}">
                <a16:creationId xmlns:a16="http://schemas.microsoft.com/office/drawing/2014/main" id="{0F0F3670-2ED6-874D-84C9-B0284785CA46}"/>
              </a:ext>
            </a:extLst>
          </p:cNvPr>
          <p:cNvSpPr>
            <a:spLocks noGrp="1"/>
          </p:cNvSpPr>
          <p:nvPr>
            <p:ph sz="half" idx="1"/>
          </p:nvPr>
        </p:nvSpPr>
        <p:spPr>
          <a:xfrm>
            <a:off x="609599" y="2249425"/>
            <a:ext cx="11169689" cy="3611822"/>
          </a:xfrm>
        </p:spPr>
        <p:txBody>
          <a:bodyPr>
            <a:normAutofit/>
          </a:bodyPr>
          <a:lstStyle/>
          <a:p>
            <a:r>
              <a:rPr lang="en-GB" b="1" i="1" dirty="0" err="1"/>
              <a:t>logistic_model</a:t>
            </a:r>
            <a:r>
              <a:rPr lang="en-GB" b="1" i="1" dirty="0"/>
              <a:t> </a:t>
            </a:r>
            <a:r>
              <a:rPr lang="en-GB" dirty="0"/>
              <a:t>and </a:t>
            </a:r>
            <a:r>
              <a:rPr lang="en-GB" b="1" i="1" dirty="0" err="1"/>
              <a:t>knn_model</a:t>
            </a:r>
            <a:r>
              <a:rPr lang="en-GB" b="1" i="1" dirty="0"/>
              <a:t> </a:t>
            </a:r>
            <a:r>
              <a:rPr lang="en-GB" dirty="0">
                <a:sym typeface="Wingdings" panose="05000000000000000000" pitchFamily="2" charset="2"/>
              </a:rPr>
              <a:t> </a:t>
            </a:r>
            <a:r>
              <a:rPr lang="en-GB" dirty="0"/>
              <a:t>train a model using a set of default hyperparameters </a:t>
            </a:r>
            <a:r>
              <a:rPr lang="en-GB" dirty="0">
                <a:sym typeface="Wingdings" panose="05000000000000000000" pitchFamily="2" charset="2"/>
              </a:rPr>
              <a:t> </a:t>
            </a:r>
            <a:r>
              <a:rPr lang="en-GB" dirty="0"/>
              <a:t> initial experiments with random starting parameters</a:t>
            </a:r>
          </a:p>
          <a:p>
            <a:r>
              <a:rPr lang="en-GB" b="1" i="1" dirty="0" err="1"/>
              <a:t>logistic_tuning</a:t>
            </a:r>
            <a:r>
              <a:rPr lang="en-GB" b="1" i="1" dirty="0"/>
              <a:t> </a:t>
            </a:r>
            <a:r>
              <a:rPr lang="en-GB" dirty="0"/>
              <a:t>and </a:t>
            </a:r>
            <a:r>
              <a:rPr lang="en-GB" b="1" i="1" dirty="0" err="1"/>
              <a:t>knn_tuning</a:t>
            </a:r>
            <a:r>
              <a:rPr lang="en-GB" b="1" i="1" dirty="0"/>
              <a:t> </a:t>
            </a:r>
            <a:r>
              <a:rPr lang="en-GB" dirty="0">
                <a:sym typeface="Wingdings" panose="05000000000000000000" pitchFamily="2" charset="2"/>
              </a:rPr>
              <a:t></a:t>
            </a:r>
            <a:r>
              <a:rPr lang="en-GB" dirty="0"/>
              <a:t> hyperparameter tuning for Logistic Regression and KNN using </a:t>
            </a:r>
            <a:r>
              <a:rPr lang="en-GB" dirty="0" err="1"/>
              <a:t>GridSearchCV</a:t>
            </a:r>
            <a:r>
              <a:rPr lang="en-GB" dirty="0"/>
              <a:t> combined with k-fold cross-validation: A grid of possible values for the hyperparameters;</a:t>
            </a:r>
            <a:r>
              <a:rPr lang="en-GB" dirty="0">
                <a:sym typeface="Wingdings" panose="05000000000000000000" pitchFamily="2" charset="2"/>
              </a:rPr>
              <a:t> f</a:t>
            </a:r>
            <a:r>
              <a:rPr lang="en-GB" dirty="0"/>
              <a:t>or each combination of hyperparameters, the model is trained and evaluated across multiple folds, and the average F1-score is computed.</a:t>
            </a:r>
          </a:p>
          <a:p>
            <a:r>
              <a:rPr lang="en-GB" b="1" dirty="0"/>
              <a:t>The F1-score is used as the optimization metric because it provides a balanced evaluation of precision and recall, which is important for this imbalanced dataset. </a:t>
            </a:r>
          </a:p>
          <a:p>
            <a:r>
              <a:rPr lang="en-GB" dirty="0"/>
              <a:t>After testing all combinations, the function returns the model with the best-performing hyperparameters along with the selected parameter values.</a:t>
            </a:r>
          </a:p>
          <a:p>
            <a:endParaRPr lang="en-GB" dirty="0"/>
          </a:p>
        </p:txBody>
      </p:sp>
    </p:spTree>
    <p:extLst>
      <p:ext uri="{BB962C8B-B14F-4D97-AF65-F5344CB8AC3E}">
        <p14:creationId xmlns:p14="http://schemas.microsoft.com/office/powerpoint/2010/main" val="3634652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4DE3F-BC45-CE04-3C0A-D88CF56D3E0C}"/>
              </a:ext>
            </a:extLst>
          </p:cNvPr>
          <p:cNvSpPr>
            <a:spLocks noGrp="1"/>
          </p:cNvSpPr>
          <p:nvPr>
            <p:ph type="title"/>
          </p:nvPr>
        </p:nvSpPr>
        <p:spPr/>
        <p:txBody>
          <a:bodyPr/>
          <a:lstStyle/>
          <a:p>
            <a:r>
              <a:rPr lang="en-GB" dirty="0"/>
              <a:t>Part 2: </a:t>
            </a:r>
            <a:r>
              <a:rPr lang="en-GB" b="1" dirty="0"/>
              <a:t>Training</a:t>
            </a:r>
          </a:p>
        </p:txBody>
      </p:sp>
      <p:pic>
        <p:nvPicPr>
          <p:cNvPr id="6" name="Content Placeholder 5" descr="A computer screen with text&#10;&#10;AI-generated content may be incorrect.">
            <a:extLst>
              <a:ext uri="{FF2B5EF4-FFF2-40B4-BE49-F238E27FC236}">
                <a16:creationId xmlns:a16="http://schemas.microsoft.com/office/drawing/2014/main" id="{1D8DDF83-D341-7DB1-71CB-054E8971C804}"/>
              </a:ext>
            </a:extLst>
          </p:cNvPr>
          <p:cNvPicPr>
            <a:picLocks noGrp="1" noChangeAspect="1"/>
          </p:cNvPicPr>
          <p:nvPr>
            <p:ph sz="half" idx="1"/>
          </p:nvPr>
        </p:nvPicPr>
        <p:blipFill>
          <a:blip r:embed="rId3"/>
          <a:stretch>
            <a:fillRect/>
          </a:stretch>
        </p:blipFill>
        <p:spPr>
          <a:xfrm>
            <a:off x="109804" y="3127364"/>
            <a:ext cx="7801743" cy="1077246"/>
          </a:xfrm>
          <a:prstGeom prst="rect">
            <a:avLst/>
          </a:prstGeom>
        </p:spPr>
      </p:pic>
      <p:pic>
        <p:nvPicPr>
          <p:cNvPr id="8" name="Picture 7" descr="A computer screen with text&#10;&#10;AI-generated content may be incorrect.">
            <a:extLst>
              <a:ext uri="{FF2B5EF4-FFF2-40B4-BE49-F238E27FC236}">
                <a16:creationId xmlns:a16="http://schemas.microsoft.com/office/drawing/2014/main" id="{A57FAAAA-E136-C57C-5C6E-B7E74BEF08FB}"/>
              </a:ext>
            </a:extLst>
          </p:cNvPr>
          <p:cNvPicPr>
            <a:picLocks noChangeAspect="1"/>
          </p:cNvPicPr>
          <p:nvPr/>
        </p:nvPicPr>
        <p:blipFill>
          <a:blip r:embed="rId4"/>
          <a:stretch>
            <a:fillRect/>
          </a:stretch>
        </p:blipFill>
        <p:spPr>
          <a:xfrm>
            <a:off x="8029036" y="2030859"/>
            <a:ext cx="4058840" cy="2170326"/>
          </a:xfrm>
          <a:prstGeom prst="rect">
            <a:avLst/>
          </a:prstGeom>
        </p:spPr>
      </p:pic>
      <p:pic>
        <p:nvPicPr>
          <p:cNvPr id="10" name="Picture 9" descr="A blue and green text on a black background&#10;&#10;AI-generated content may be incorrect.">
            <a:extLst>
              <a:ext uri="{FF2B5EF4-FFF2-40B4-BE49-F238E27FC236}">
                <a16:creationId xmlns:a16="http://schemas.microsoft.com/office/drawing/2014/main" id="{FC5FF185-2945-7BC4-1CA6-D6C44505EC6F}"/>
              </a:ext>
            </a:extLst>
          </p:cNvPr>
          <p:cNvPicPr>
            <a:picLocks noChangeAspect="1"/>
          </p:cNvPicPr>
          <p:nvPr/>
        </p:nvPicPr>
        <p:blipFill>
          <a:blip r:embed="rId5"/>
          <a:stretch>
            <a:fillRect/>
          </a:stretch>
        </p:blipFill>
        <p:spPr>
          <a:xfrm>
            <a:off x="3767403" y="4400212"/>
            <a:ext cx="8314793" cy="1241084"/>
          </a:xfrm>
          <a:prstGeom prst="rect">
            <a:avLst/>
          </a:prstGeom>
        </p:spPr>
      </p:pic>
      <p:pic>
        <p:nvPicPr>
          <p:cNvPr id="12" name="Picture 11" descr="A computer screen shot of text&#10;&#10;AI-generated content may be incorrect.">
            <a:extLst>
              <a:ext uri="{FF2B5EF4-FFF2-40B4-BE49-F238E27FC236}">
                <a16:creationId xmlns:a16="http://schemas.microsoft.com/office/drawing/2014/main" id="{07FD1502-B715-420D-9A90-6FE7B02E3A28}"/>
              </a:ext>
            </a:extLst>
          </p:cNvPr>
          <p:cNvPicPr>
            <a:picLocks noChangeAspect="1"/>
          </p:cNvPicPr>
          <p:nvPr/>
        </p:nvPicPr>
        <p:blipFill>
          <a:blip r:embed="rId6"/>
          <a:stretch>
            <a:fillRect/>
          </a:stretch>
        </p:blipFill>
        <p:spPr>
          <a:xfrm>
            <a:off x="109804" y="4445650"/>
            <a:ext cx="3585649" cy="1736639"/>
          </a:xfrm>
          <a:prstGeom prst="rect">
            <a:avLst/>
          </a:prstGeom>
        </p:spPr>
      </p:pic>
    </p:spTree>
    <p:extLst>
      <p:ext uri="{BB962C8B-B14F-4D97-AF65-F5344CB8AC3E}">
        <p14:creationId xmlns:p14="http://schemas.microsoft.com/office/powerpoint/2010/main" val="3608343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8BBDBB-F5C4-4EED-D8A3-C311315224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5F201D-E6CD-50DE-A20F-6CDE819C5B6E}"/>
              </a:ext>
            </a:extLst>
          </p:cNvPr>
          <p:cNvSpPr>
            <a:spLocks noGrp="1"/>
          </p:cNvSpPr>
          <p:nvPr>
            <p:ph type="title"/>
          </p:nvPr>
        </p:nvSpPr>
        <p:spPr/>
        <p:txBody>
          <a:bodyPr/>
          <a:lstStyle/>
          <a:p>
            <a:r>
              <a:rPr lang="en-GB" dirty="0"/>
              <a:t>Part 2: </a:t>
            </a:r>
            <a:r>
              <a:rPr lang="en-GB" b="1" dirty="0"/>
              <a:t>Training</a:t>
            </a:r>
          </a:p>
        </p:txBody>
      </p:sp>
      <p:pic>
        <p:nvPicPr>
          <p:cNvPr id="7" name="Picture 6" descr="A computer screen with text&#10;&#10;AI-generated content may be incorrect.">
            <a:extLst>
              <a:ext uri="{FF2B5EF4-FFF2-40B4-BE49-F238E27FC236}">
                <a16:creationId xmlns:a16="http://schemas.microsoft.com/office/drawing/2014/main" id="{393C8B23-7BB5-B638-B3EB-000188C8BF0F}"/>
              </a:ext>
            </a:extLst>
          </p:cNvPr>
          <p:cNvPicPr>
            <a:picLocks noChangeAspect="1"/>
          </p:cNvPicPr>
          <p:nvPr/>
        </p:nvPicPr>
        <p:blipFill>
          <a:blip r:embed="rId2"/>
          <a:stretch>
            <a:fillRect/>
          </a:stretch>
        </p:blipFill>
        <p:spPr>
          <a:xfrm>
            <a:off x="658822" y="2244781"/>
            <a:ext cx="8331831" cy="1900654"/>
          </a:xfrm>
          <a:prstGeom prst="rect">
            <a:avLst/>
          </a:prstGeom>
        </p:spPr>
      </p:pic>
      <p:pic>
        <p:nvPicPr>
          <p:cNvPr id="11" name="Picture 10" descr="A screen shot of a computer code&#10;&#10;AI-generated content may be incorrect.">
            <a:extLst>
              <a:ext uri="{FF2B5EF4-FFF2-40B4-BE49-F238E27FC236}">
                <a16:creationId xmlns:a16="http://schemas.microsoft.com/office/drawing/2014/main" id="{7ACC7E5C-25B2-B0F1-3983-4A725D3905D0}"/>
              </a:ext>
            </a:extLst>
          </p:cNvPr>
          <p:cNvPicPr>
            <a:picLocks noChangeAspect="1"/>
          </p:cNvPicPr>
          <p:nvPr/>
        </p:nvPicPr>
        <p:blipFill>
          <a:blip r:embed="rId3"/>
          <a:stretch>
            <a:fillRect/>
          </a:stretch>
        </p:blipFill>
        <p:spPr>
          <a:xfrm>
            <a:off x="658822" y="4324708"/>
            <a:ext cx="6769968" cy="1899267"/>
          </a:xfrm>
          <a:prstGeom prst="rect">
            <a:avLst/>
          </a:prstGeom>
        </p:spPr>
      </p:pic>
    </p:spTree>
    <p:extLst>
      <p:ext uri="{BB962C8B-B14F-4D97-AF65-F5344CB8AC3E}">
        <p14:creationId xmlns:p14="http://schemas.microsoft.com/office/powerpoint/2010/main" val="697798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848E93-A69C-DD9D-F046-49015D07D2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CA9356-13A6-B0AF-E2EF-0BDFEDFA077E}"/>
              </a:ext>
            </a:extLst>
          </p:cNvPr>
          <p:cNvSpPr>
            <a:spLocks noGrp="1"/>
          </p:cNvSpPr>
          <p:nvPr>
            <p:ph type="title"/>
          </p:nvPr>
        </p:nvSpPr>
        <p:spPr/>
        <p:txBody>
          <a:bodyPr/>
          <a:lstStyle/>
          <a:p>
            <a:r>
              <a:rPr lang="en-GB" dirty="0"/>
              <a:t>Part 2: </a:t>
            </a:r>
            <a:r>
              <a:rPr lang="en-GB" b="1" dirty="0"/>
              <a:t>Testing</a:t>
            </a:r>
          </a:p>
        </p:txBody>
      </p:sp>
      <p:pic>
        <p:nvPicPr>
          <p:cNvPr id="4" name="Picture 3" descr="A computer code on a black background&#10;&#10;AI-generated content may be incorrect.">
            <a:extLst>
              <a:ext uri="{FF2B5EF4-FFF2-40B4-BE49-F238E27FC236}">
                <a16:creationId xmlns:a16="http://schemas.microsoft.com/office/drawing/2014/main" id="{EF34F2EC-9F0C-25EF-213F-9C45BA309B73}"/>
              </a:ext>
            </a:extLst>
          </p:cNvPr>
          <p:cNvPicPr>
            <a:picLocks noChangeAspect="1"/>
          </p:cNvPicPr>
          <p:nvPr/>
        </p:nvPicPr>
        <p:blipFill>
          <a:blip r:embed="rId2"/>
          <a:stretch>
            <a:fillRect/>
          </a:stretch>
        </p:blipFill>
        <p:spPr>
          <a:xfrm>
            <a:off x="0" y="4217261"/>
            <a:ext cx="12192000" cy="2387771"/>
          </a:xfrm>
          <a:prstGeom prst="rect">
            <a:avLst/>
          </a:prstGeom>
        </p:spPr>
      </p:pic>
      <p:sp>
        <p:nvSpPr>
          <p:cNvPr id="8" name="Content Placeholder 8">
            <a:extLst>
              <a:ext uri="{FF2B5EF4-FFF2-40B4-BE49-F238E27FC236}">
                <a16:creationId xmlns:a16="http://schemas.microsoft.com/office/drawing/2014/main" id="{21E1F3A6-BB44-EABD-A82B-8F4D6650255D}"/>
              </a:ext>
            </a:extLst>
          </p:cNvPr>
          <p:cNvSpPr>
            <a:spLocks noGrp="1"/>
          </p:cNvSpPr>
          <p:nvPr>
            <p:ph sz="half" idx="1"/>
          </p:nvPr>
        </p:nvSpPr>
        <p:spPr>
          <a:xfrm>
            <a:off x="609599" y="2249425"/>
            <a:ext cx="11169689" cy="2044279"/>
          </a:xfrm>
        </p:spPr>
        <p:txBody>
          <a:bodyPr>
            <a:normAutofit fontScale="70000" lnSpcReduction="20000"/>
          </a:bodyPr>
          <a:lstStyle/>
          <a:p>
            <a:r>
              <a:rPr lang="en-GB" b="1" dirty="0"/>
              <a:t>Logistic Regression</a:t>
            </a:r>
            <a:r>
              <a:rPr lang="en-GB" dirty="0"/>
              <a:t>: the initial model with default parameters had already a good performance (F1-score and Accuracy). After introducing class weighting and tuning the hyperparameters, the F1-score improved only slightly, as it depends very much on whether the classes are linearly separable (and as I have found in the EDA phase, they tend to overlap).</a:t>
            </a:r>
          </a:p>
          <a:p>
            <a:r>
              <a:rPr lang="en-GB" b="1" dirty="0"/>
              <a:t>K-Nearest Neighbours (KNN)</a:t>
            </a:r>
            <a:r>
              <a:rPr lang="en-GB" dirty="0"/>
              <a:t>: the model benefited from its distance-based, non-linear approach. Initially, it already outperformed Logistic Regression in detecting good wines, and after tuning hyperparameters such as the number of neighbours and weighting, both its F1-score and accuracy increased. Because KNN can naturally handle nonlinear boundaries and emphasize minority-class samples through distance weighting, it is better suited for this dataset, especially given the imbalance.</a:t>
            </a:r>
          </a:p>
          <a:p>
            <a:r>
              <a:rPr lang="en-GB" dirty="0"/>
              <a:t>Overall, KNN showed the best performance in balancing precision and recall. The improvements in F1-score for both models highlight the importance of accounting for class imbalance, but KNN’s flexible, distance-based approach makes it more effective at identifying good-quality wines in this dataset.</a:t>
            </a:r>
          </a:p>
        </p:txBody>
      </p:sp>
    </p:spTree>
    <p:extLst>
      <p:ext uri="{BB962C8B-B14F-4D97-AF65-F5344CB8AC3E}">
        <p14:creationId xmlns:p14="http://schemas.microsoft.com/office/powerpoint/2010/main" val="1708913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pPr rtl="0"/>
            <a:r>
              <a:rPr lang="en-GB" dirty="0"/>
              <a:t>Part 3: </a:t>
            </a:r>
            <a:r>
              <a:rPr lang="en-GB" b="1" dirty="0"/>
              <a:t>Regression Task</a:t>
            </a:r>
          </a:p>
        </p:txBody>
      </p:sp>
      <p:sp>
        <p:nvSpPr>
          <p:cNvPr id="3" name="Content Placeholder 2"/>
          <p:cNvSpPr>
            <a:spLocks noGrp="1"/>
          </p:cNvSpPr>
          <p:nvPr>
            <p:ph idx="1"/>
          </p:nvPr>
        </p:nvSpPr>
        <p:spPr>
          <a:xfrm>
            <a:off x="609600" y="2249425"/>
            <a:ext cx="10972800" cy="4083222"/>
          </a:xfrm>
        </p:spPr>
        <p:txBody>
          <a:bodyPr rtlCol="0">
            <a:normAutofit fontScale="55000" lnSpcReduction="20000"/>
          </a:bodyPr>
          <a:lstStyle/>
          <a:p>
            <a:r>
              <a:rPr lang="en-GB" dirty="0"/>
              <a:t>Data Splitting:</a:t>
            </a:r>
          </a:p>
          <a:p>
            <a:pPr lvl="1"/>
            <a:r>
              <a:rPr lang="en-GB" dirty="0"/>
              <a:t>Initial split: Train + Validation set, Test set (</a:t>
            </a:r>
            <a:r>
              <a:rPr lang="en-GB" i="1" dirty="0"/>
              <a:t>not stratified</a:t>
            </a:r>
            <a:r>
              <a:rPr lang="en-GB" dirty="0"/>
              <a:t>)</a:t>
            </a:r>
          </a:p>
          <a:p>
            <a:pPr lvl="1"/>
            <a:r>
              <a:rPr lang="en-GB" dirty="0"/>
              <a:t>Test set is put aside and only used at the end, once;</a:t>
            </a:r>
          </a:p>
          <a:p>
            <a:pPr lvl="1"/>
            <a:r>
              <a:rPr lang="en-GB" dirty="0"/>
              <a:t>The Train + Validation subset is k-fold cross-validation with </a:t>
            </a:r>
            <a:r>
              <a:rPr lang="en-GB" dirty="0" err="1"/>
              <a:t>GridSearchCV</a:t>
            </a:r>
            <a:r>
              <a:rPr lang="en-GB" dirty="0"/>
              <a:t> during hyperparameter tuning.</a:t>
            </a:r>
          </a:p>
          <a:p>
            <a:r>
              <a:rPr lang="en-GB" dirty="0"/>
              <a:t>Trained models:</a:t>
            </a:r>
          </a:p>
          <a:p>
            <a:pPr lvl="1"/>
            <a:r>
              <a:rPr lang="en-GB" dirty="0"/>
              <a:t>Ridge Regression</a:t>
            </a:r>
          </a:p>
          <a:p>
            <a:pPr lvl="1"/>
            <a:r>
              <a:rPr lang="en-GB" dirty="0"/>
              <a:t>KNN Regression</a:t>
            </a:r>
          </a:p>
          <a:p>
            <a:r>
              <a:rPr lang="en-GB" dirty="0"/>
              <a:t>Training:</a:t>
            </a:r>
          </a:p>
          <a:p>
            <a:pPr lvl="1"/>
            <a:r>
              <a:rPr lang="en-GB" dirty="0"/>
              <a:t>Initial training, default parameters </a:t>
            </a:r>
            <a:r>
              <a:rPr lang="en-GB" dirty="0">
                <a:sym typeface="Wingdings" panose="05000000000000000000" pitchFamily="2" charset="2"/>
              </a:rPr>
              <a:t> initial performance</a:t>
            </a:r>
          </a:p>
          <a:p>
            <a:pPr lvl="1"/>
            <a:r>
              <a:rPr lang="en-GB" dirty="0">
                <a:sym typeface="Wingdings" panose="05000000000000000000" pitchFamily="2" charset="2"/>
              </a:rPr>
              <a:t>Hyperparameter tuning  best parameters are used on the test set</a:t>
            </a:r>
          </a:p>
          <a:p>
            <a:r>
              <a:rPr lang="en-GB" dirty="0">
                <a:sym typeface="Wingdings" panose="05000000000000000000" pitchFamily="2" charset="2"/>
              </a:rPr>
              <a:t>Evaluation: 4 metrics for easier comparison between models:</a:t>
            </a:r>
          </a:p>
          <a:p>
            <a:pPr lvl="1"/>
            <a:r>
              <a:rPr lang="en-GB" b="1" dirty="0"/>
              <a:t>MAE (Mean Absolute Error): </a:t>
            </a:r>
            <a:r>
              <a:rPr lang="en-GB" dirty="0"/>
              <a:t>Measures the average absolute difference between the predicted and actual values. Lower MAE means the model’s predictions are closer to the true values.</a:t>
            </a:r>
          </a:p>
          <a:p>
            <a:pPr lvl="1"/>
            <a:r>
              <a:rPr lang="en-GB" b="1" dirty="0"/>
              <a:t>MSE (Mean Squared Error): </a:t>
            </a:r>
            <a:r>
              <a:rPr lang="en-GB" dirty="0"/>
              <a:t>Measures the average squared difference between predictions and actual values. It penalizes larger errors more than smaller ones, so it highlights models that occasionally make big mistakes.</a:t>
            </a:r>
          </a:p>
          <a:p>
            <a:pPr lvl="1"/>
            <a:r>
              <a:rPr lang="en-GB" b="1" dirty="0"/>
              <a:t>RMSE (Root Mean Squared Error): </a:t>
            </a:r>
            <a:r>
              <a:rPr lang="en-GB" dirty="0"/>
              <a:t>The square root of MSE. It is in the same units as the target variable and also penalizes large errors, giving a sense of typical prediction error magnitude.</a:t>
            </a:r>
          </a:p>
          <a:p>
            <a:pPr lvl="1"/>
            <a:r>
              <a:rPr lang="en-GB" b="1" dirty="0"/>
              <a:t>R² (R-squared score): </a:t>
            </a:r>
            <a:r>
              <a:rPr lang="en-GB" dirty="0"/>
              <a:t>Indicates how much of the variation in the target variable is explained by the model. Values closer to 1 mean the model explains most of the variance, while values near 0 mean the model barely improves over simply predicting the mean.</a:t>
            </a:r>
          </a:p>
        </p:txBody>
      </p:sp>
    </p:spTree>
    <p:extLst>
      <p:ext uri="{BB962C8B-B14F-4D97-AF65-F5344CB8AC3E}">
        <p14:creationId xmlns:p14="http://schemas.microsoft.com/office/powerpoint/2010/main" val="4155348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C11DC-E6BB-919C-C80B-F5A5859960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3D1A45-E47A-DE76-3374-BD543937AA36}"/>
              </a:ext>
            </a:extLst>
          </p:cNvPr>
          <p:cNvSpPr>
            <a:spLocks noGrp="1"/>
          </p:cNvSpPr>
          <p:nvPr>
            <p:ph type="title"/>
          </p:nvPr>
        </p:nvSpPr>
        <p:spPr/>
        <p:txBody>
          <a:bodyPr/>
          <a:lstStyle/>
          <a:p>
            <a:r>
              <a:rPr lang="en-GB" dirty="0"/>
              <a:t>Part 2: </a:t>
            </a:r>
            <a:r>
              <a:rPr lang="en-GB" b="1" dirty="0"/>
              <a:t>Training</a:t>
            </a:r>
          </a:p>
        </p:txBody>
      </p:sp>
      <p:pic>
        <p:nvPicPr>
          <p:cNvPr id="7" name="Picture 6" descr="A computer screen shot of a program&#10;&#10;AI-generated content may be incorrect.">
            <a:extLst>
              <a:ext uri="{FF2B5EF4-FFF2-40B4-BE49-F238E27FC236}">
                <a16:creationId xmlns:a16="http://schemas.microsoft.com/office/drawing/2014/main" id="{CBEEAA8A-4533-9349-4A2D-0704B01F4363}"/>
              </a:ext>
            </a:extLst>
          </p:cNvPr>
          <p:cNvPicPr>
            <a:picLocks noChangeAspect="1"/>
          </p:cNvPicPr>
          <p:nvPr/>
        </p:nvPicPr>
        <p:blipFill>
          <a:blip r:embed="rId3"/>
          <a:stretch>
            <a:fillRect/>
          </a:stretch>
        </p:blipFill>
        <p:spPr>
          <a:xfrm>
            <a:off x="495587" y="2494503"/>
            <a:ext cx="5214788" cy="1833987"/>
          </a:xfrm>
          <a:prstGeom prst="rect">
            <a:avLst/>
          </a:prstGeom>
        </p:spPr>
      </p:pic>
      <p:pic>
        <p:nvPicPr>
          <p:cNvPr id="11" name="Picture 10" descr="A computer screen with text&#10;&#10;AI-generated content may be incorrect.">
            <a:extLst>
              <a:ext uri="{FF2B5EF4-FFF2-40B4-BE49-F238E27FC236}">
                <a16:creationId xmlns:a16="http://schemas.microsoft.com/office/drawing/2014/main" id="{AD9BE277-F0CF-40D8-88B2-4F1F0980E3BC}"/>
              </a:ext>
            </a:extLst>
          </p:cNvPr>
          <p:cNvPicPr>
            <a:picLocks noChangeAspect="1"/>
          </p:cNvPicPr>
          <p:nvPr/>
        </p:nvPicPr>
        <p:blipFill>
          <a:blip r:embed="rId4"/>
          <a:stretch>
            <a:fillRect/>
          </a:stretch>
        </p:blipFill>
        <p:spPr>
          <a:xfrm>
            <a:off x="488694" y="4406605"/>
            <a:ext cx="5221681" cy="1766765"/>
          </a:xfrm>
          <a:prstGeom prst="rect">
            <a:avLst/>
          </a:prstGeom>
        </p:spPr>
      </p:pic>
      <p:pic>
        <p:nvPicPr>
          <p:cNvPr id="14" name="Picture 13" descr="A computer screen shot of a program&#10;&#10;AI-generated content may be incorrect.">
            <a:extLst>
              <a:ext uri="{FF2B5EF4-FFF2-40B4-BE49-F238E27FC236}">
                <a16:creationId xmlns:a16="http://schemas.microsoft.com/office/drawing/2014/main" id="{1556272B-E4D8-6130-DA59-83D7141BDFFC}"/>
              </a:ext>
            </a:extLst>
          </p:cNvPr>
          <p:cNvPicPr>
            <a:picLocks noChangeAspect="1"/>
          </p:cNvPicPr>
          <p:nvPr/>
        </p:nvPicPr>
        <p:blipFill>
          <a:blip r:embed="rId5"/>
          <a:stretch>
            <a:fillRect/>
          </a:stretch>
        </p:blipFill>
        <p:spPr>
          <a:xfrm>
            <a:off x="5804128" y="2494503"/>
            <a:ext cx="5852138" cy="1261278"/>
          </a:xfrm>
          <a:prstGeom prst="rect">
            <a:avLst/>
          </a:prstGeom>
        </p:spPr>
      </p:pic>
      <p:pic>
        <p:nvPicPr>
          <p:cNvPr id="16" name="Picture 15" descr="A computer screen shot of code&#10;&#10;AI-generated content may be incorrect.">
            <a:extLst>
              <a:ext uri="{FF2B5EF4-FFF2-40B4-BE49-F238E27FC236}">
                <a16:creationId xmlns:a16="http://schemas.microsoft.com/office/drawing/2014/main" id="{5AB1BE9F-4046-A967-433B-17F39C8E9422}"/>
              </a:ext>
            </a:extLst>
          </p:cNvPr>
          <p:cNvPicPr>
            <a:picLocks noChangeAspect="1"/>
          </p:cNvPicPr>
          <p:nvPr/>
        </p:nvPicPr>
        <p:blipFill>
          <a:blip r:embed="rId6"/>
          <a:stretch>
            <a:fillRect/>
          </a:stretch>
        </p:blipFill>
        <p:spPr>
          <a:xfrm>
            <a:off x="5804128" y="3850947"/>
            <a:ext cx="5852138" cy="2322424"/>
          </a:xfrm>
          <a:prstGeom prst="rect">
            <a:avLst/>
          </a:prstGeom>
        </p:spPr>
      </p:pic>
    </p:spTree>
    <p:extLst>
      <p:ext uri="{BB962C8B-B14F-4D97-AF65-F5344CB8AC3E}">
        <p14:creationId xmlns:p14="http://schemas.microsoft.com/office/powerpoint/2010/main" val="33812603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55A0F-542F-AED2-1046-92372A6BA7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F7107C-D9B8-8B29-6DB0-39BEE8E1388F}"/>
              </a:ext>
            </a:extLst>
          </p:cNvPr>
          <p:cNvSpPr>
            <a:spLocks noGrp="1"/>
          </p:cNvSpPr>
          <p:nvPr>
            <p:ph type="title"/>
          </p:nvPr>
        </p:nvSpPr>
        <p:spPr/>
        <p:txBody>
          <a:bodyPr/>
          <a:lstStyle/>
          <a:p>
            <a:r>
              <a:rPr lang="en-GB" dirty="0"/>
              <a:t>Part 2: </a:t>
            </a:r>
            <a:r>
              <a:rPr lang="en-GB" b="1" dirty="0"/>
              <a:t>Training</a:t>
            </a:r>
          </a:p>
        </p:txBody>
      </p:sp>
      <p:pic>
        <p:nvPicPr>
          <p:cNvPr id="4" name="Picture 3" descr="A screenshot of a computer program&#10;&#10;AI-generated content may be incorrect.">
            <a:extLst>
              <a:ext uri="{FF2B5EF4-FFF2-40B4-BE49-F238E27FC236}">
                <a16:creationId xmlns:a16="http://schemas.microsoft.com/office/drawing/2014/main" id="{CDF65FAA-9777-BE5C-89F4-12348EC2A1AC}"/>
              </a:ext>
            </a:extLst>
          </p:cNvPr>
          <p:cNvPicPr>
            <a:picLocks noChangeAspect="1"/>
          </p:cNvPicPr>
          <p:nvPr/>
        </p:nvPicPr>
        <p:blipFill>
          <a:blip r:embed="rId2"/>
          <a:stretch>
            <a:fillRect/>
          </a:stretch>
        </p:blipFill>
        <p:spPr>
          <a:xfrm>
            <a:off x="499797" y="2209800"/>
            <a:ext cx="9149680" cy="2007026"/>
          </a:xfrm>
          <a:prstGeom prst="rect">
            <a:avLst/>
          </a:prstGeom>
        </p:spPr>
      </p:pic>
      <p:pic>
        <p:nvPicPr>
          <p:cNvPr id="6" name="Picture 5" descr="A screen shot of a computer code&#10;&#10;AI-generated content may be incorrect.">
            <a:extLst>
              <a:ext uri="{FF2B5EF4-FFF2-40B4-BE49-F238E27FC236}">
                <a16:creationId xmlns:a16="http://schemas.microsoft.com/office/drawing/2014/main" id="{1766E144-8EAC-8D57-BCA7-70E4B6D9AA84}"/>
              </a:ext>
            </a:extLst>
          </p:cNvPr>
          <p:cNvPicPr>
            <a:picLocks noChangeAspect="1"/>
          </p:cNvPicPr>
          <p:nvPr/>
        </p:nvPicPr>
        <p:blipFill>
          <a:blip r:embed="rId3"/>
          <a:stretch>
            <a:fillRect/>
          </a:stretch>
        </p:blipFill>
        <p:spPr>
          <a:xfrm>
            <a:off x="499797" y="4322262"/>
            <a:ext cx="7468547" cy="2060709"/>
          </a:xfrm>
          <a:prstGeom prst="rect">
            <a:avLst/>
          </a:prstGeom>
        </p:spPr>
      </p:pic>
    </p:spTree>
    <p:extLst>
      <p:ext uri="{BB962C8B-B14F-4D97-AF65-F5344CB8AC3E}">
        <p14:creationId xmlns:p14="http://schemas.microsoft.com/office/powerpoint/2010/main" val="2094395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3D43C-585F-8DB2-EC37-0A00C2B247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3801BB-68BD-1CBD-DC4D-552C9F17EA0A}"/>
              </a:ext>
            </a:extLst>
          </p:cNvPr>
          <p:cNvSpPr>
            <a:spLocks noGrp="1"/>
          </p:cNvSpPr>
          <p:nvPr>
            <p:ph type="title"/>
          </p:nvPr>
        </p:nvSpPr>
        <p:spPr/>
        <p:txBody>
          <a:bodyPr/>
          <a:lstStyle/>
          <a:p>
            <a:r>
              <a:rPr lang="en-GB" dirty="0"/>
              <a:t>Part 2: </a:t>
            </a:r>
            <a:r>
              <a:rPr lang="en-GB" b="1" dirty="0"/>
              <a:t>Testing</a:t>
            </a:r>
          </a:p>
        </p:txBody>
      </p:sp>
      <p:pic>
        <p:nvPicPr>
          <p:cNvPr id="5" name="Picture 4" descr="A screen shot of a computer&#10;&#10;AI-generated content may be incorrect.">
            <a:extLst>
              <a:ext uri="{FF2B5EF4-FFF2-40B4-BE49-F238E27FC236}">
                <a16:creationId xmlns:a16="http://schemas.microsoft.com/office/drawing/2014/main" id="{AA8DB133-9813-3031-5D0D-1E1C6DC7CBD1}"/>
              </a:ext>
            </a:extLst>
          </p:cNvPr>
          <p:cNvPicPr>
            <a:picLocks noChangeAspect="1"/>
          </p:cNvPicPr>
          <p:nvPr/>
        </p:nvPicPr>
        <p:blipFill>
          <a:blip r:embed="rId2"/>
          <a:stretch>
            <a:fillRect/>
          </a:stretch>
        </p:blipFill>
        <p:spPr>
          <a:xfrm>
            <a:off x="0" y="3743450"/>
            <a:ext cx="12192000" cy="3114550"/>
          </a:xfrm>
          <a:prstGeom prst="rect">
            <a:avLst/>
          </a:prstGeom>
        </p:spPr>
      </p:pic>
      <p:sp>
        <p:nvSpPr>
          <p:cNvPr id="7" name="Content Placeholder 8">
            <a:extLst>
              <a:ext uri="{FF2B5EF4-FFF2-40B4-BE49-F238E27FC236}">
                <a16:creationId xmlns:a16="http://schemas.microsoft.com/office/drawing/2014/main" id="{6C369367-119B-13DE-B82E-0C53E5A4CD2C}"/>
              </a:ext>
            </a:extLst>
          </p:cNvPr>
          <p:cNvSpPr>
            <a:spLocks noGrp="1"/>
          </p:cNvSpPr>
          <p:nvPr>
            <p:ph sz="half" idx="1"/>
          </p:nvPr>
        </p:nvSpPr>
        <p:spPr>
          <a:xfrm>
            <a:off x="609599" y="2249425"/>
            <a:ext cx="11169689" cy="1494025"/>
          </a:xfrm>
        </p:spPr>
        <p:txBody>
          <a:bodyPr>
            <a:normAutofit fontScale="85000" lnSpcReduction="20000"/>
          </a:bodyPr>
          <a:lstStyle/>
          <a:p>
            <a:r>
              <a:rPr lang="en-GB" dirty="0"/>
              <a:t>In this regression task, we compared Ridge Regression and KNN Regression to predict wine quality. Ridge, being a linear model, performed poorly and tuning barely improved it. This makes sense because, as we saw in EDA, there isn’t a strong linear relationship between the features and the quality, so a linear model can’t capture the patterns well. Ridge does help with multicollinearity, but that wasn’t the main issue here.</a:t>
            </a:r>
          </a:p>
          <a:p>
            <a:r>
              <a:rPr lang="en-GB" dirty="0"/>
              <a:t>KNN Regression, which can model nonlinear relationships, performed much better. Tuning the number of neighbours and using distance-based weighting improved its performance, showing how flexible models can better adapt to the data.</a:t>
            </a:r>
          </a:p>
        </p:txBody>
      </p:sp>
    </p:spTree>
    <p:extLst>
      <p:ext uri="{BB962C8B-B14F-4D97-AF65-F5344CB8AC3E}">
        <p14:creationId xmlns:p14="http://schemas.microsoft.com/office/powerpoint/2010/main" val="31222120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rtl="0"/>
            <a:r>
              <a:rPr lang="en-GB" dirty="0"/>
              <a:t>Part 3: </a:t>
            </a:r>
            <a:r>
              <a:rPr lang="en-GB" b="1" dirty="0">
                <a:solidFill>
                  <a:srgbClr val="FF0000"/>
                </a:solidFill>
              </a:rPr>
              <a:t>Limitation of the regression task for this dataset</a:t>
            </a:r>
          </a:p>
        </p:txBody>
      </p:sp>
      <p:sp>
        <p:nvSpPr>
          <p:cNvPr id="3" name="Text Placeholder 2"/>
          <p:cNvSpPr>
            <a:spLocks noGrp="1"/>
          </p:cNvSpPr>
          <p:nvPr>
            <p:ph idx="1"/>
          </p:nvPr>
        </p:nvSpPr>
        <p:spPr>
          <a:xfrm>
            <a:off x="609600" y="2249424"/>
            <a:ext cx="11016343" cy="1584241"/>
          </a:xfrm>
        </p:spPr>
        <p:txBody>
          <a:bodyPr rtlCol="0">
            <a:normAutofit fontScale="92500" lnSpcReduction="10000"/>
          </a:bodyPr>
          <a:lstStyle/>
          <a:p>
            <a:pPr marL="109728" indent="0" algn="just">
              <a:buNone/>
            </a:pPr>
            <a:r>
              <a:rPr lang="en-GB" b="1" dirty="0"/>
              <a:t>Both models in the regression task are limited by the nature of the target</a:t>
            </a:r>
            <a:r>
              <a:rPr lang="en-GB" dirty="0"/>
              <a:t>: wine quality isn’t truly continuous, but rather discrete—it only takes integer values from 3 to 9. This makes it harder for regression to predict perfectly, no matter how well the model is tuned.</a:t>
            </a:r>
          </a:p>
          <a:p>
            <a:pPr algn="just" rtl="0"/>
            <a:endParaRPr lang="en-GB" b="1" dirty="0"/>
          </a:p>
        </p:txBody>
      </p:sp>
      <p:pic>
        <p:nvPicPr>
          <p:cNvPr id="5" name="Picture 4" descr="A computer screen shot of a code&#10;&#10;AI-generated content may be incorrect.">
            <a:extLst>
              <a:ext uri="{FF2B5EF4-FFF2-40B4-BE49-F238E27FC236}">
                <a16:creationId xmlns:a16="http://schemas.microsoft.com/office/drawing/2014/main" id="{31E9935F-6A78-78FB-9B91-AFB06A482021}"/>
              </a:ext>
            </a:extLst>
          </p:cNvPr>
          <p:cNvPicPr>
            <a:picLocks noChangeAspect="1"/>
          </p:cNvPicPr>
          <p:nvPr/>
        </p:nvPicPr>
        <p:blipFill>
          <a:blip r:embed="rId3"/>
          <a:stretch>
            <a:fillRect/>
          </a:stretch>
        </p:blipFill>
        <p:spPr>
          <a:xfrm>
            <a:off x="3918671" y="3991952"/>
            <a:ext cx="4398200" cy="2465335"/>
          </a:xfrm>
          <a:prstGeom prst="rect">
            <a:avLst/>
          </a:prstGeom>
        </p:spPr>
      </p:pic>
    </p:spTree>
    <p:extLst>
      <p:ext uri="{BB962C8B-B14F-4D97-AF65-F5344CB8AC3E}">
        <p14:creationId xmlns:p14="http://schemas.microsoft.com/office/powerpoint/2010/main" val="1531528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pPr rtl="0"/>
            <a:r>
              <a:rPr lang="en-GB" b="1" dirty="0"/>
              <a:t>Conclusion</a:t>
            </a:r>
          </a:p>
        </p:txBody>
      </p:sp>
      <p:sp>
        <p:nvSpPr>
          <p:cNvPr id="3" name="Content Placeholder 2"/>
          <p:cNvSpPr>
            <a:spLocks noGrp="1"/>
          </p:cNvSpPr>
          <p:nvPr>
            <p:ph idx="1"/>
          </p:nvPr>
        </p:nvSpPr>
        <p:spPr/>
        <p:txBody>
          <a:bodyPr rtlCol="0"/>
          <a:lstStyle/>
          <a:p>
            <a:r>
              <a:rPr lang="en-GB" dirty="0"/>
              <a:t>Classification (“good” vs “not good” wines) is more suitable for this dataset. It matches the way the data is structured and allows models to perform better. So even though distance-based algorithms work better than linear ones in both tasks, regression in general struggles here due to the discrete nature of the target.</a:t>
            </a:r>
          </a:p>
          <a:p>
            <a:pPr rtl="0"/>
            <a:endParaRPr lang="en-GB" dirty="0"/>
          </a:p>
        </p:txBody>
      </p:sp>
    </p:spTree>
    <p:extLst>
      <p:ext uri="{BB962C8B-B14F-4D97-AF65-F5344CB8AC3E}">
        <p14:creationId xmlns:p14="http://schemas.microsoft.com/office/powerpoint/2010/main" val="3809512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raining presentation">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alibri">
      <a:maj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extLst>
    <a:ext uri="{05A4C25C-085E-4340-85A3-A5531E510DB2}">
      <thm15:themeFamily xmlns:thm15="http://schemas.microsoft.com/office/thememl/2012/main" name="Office_16224345_TF03460604.potx" id="{E7E0BD26-C043-45F4-96D1-04BA13E49D2C}" vid="{5436AFAD-CFB0-446B-836C-C3E13AB52501}"/>
    </a:ext>
  </a:extLst>
</a:theme>
</file>

<file path=ppt/theme/theme2.xml><?xml version="1.0" encoding="utf-8"?>
<a:theme xmlns:a="http://schemas.openxmlformats.org/drawingml/2006/main" name="Office Theme">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alibri">
      <a:maj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alibri">
      <a:maj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{BB6902CF-45D8-4BA5-9AC8-B4BEFA66B2B2}tf03460604_win32</Template>
  <TotalTime>189</TotalTime>
  <Words>2218</Words>
  <Application>Microsoft Office PowerPoint</Application>
  <PresentationFormat>Widescreen</PresentationFormat>
  <Paragraphs>154</Paragraphs>
  <Slides>20</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Georgia</vt:lpstr>
      <vt:lpstr>Wingdings</vt:lpstr>
      <vt:lpstr>Wingdings 2</vt:lpstr>
      <vt:lpstr>Training presentation</vt:lpstr>
      <vt:lpstr>FINAL PROJECT: Classification and Regression on Wine Quality Dataset</vt:lpstr>
      <vt:lpstr>Introduction</vt:lpstr>
      <vt:lpstr>Project Outline</vt:lpstr>
      <vt:lpstr>Part 1: Exploratory Data Analysis</vt:lpstr>
      <vt:lpstr>Part 1: Is the dataset balanced or imbalanced? </vt:lpstr>
      <vt:lpstr>Part 1: How is data distributed?</vt:lpstr>
      <vt:lpstr>Part 1: Are there any correlated features?</vt:lpstr>
      <vt:lpstr>Part 1: Is there a linear relationship between the features and the target?</vt:lpstr>
      <vt:lpstr>Part 2: Classification task</vt:lpstr>
      <vt:lpstr>Part 2: Data Splitting and Scaling</vt:lpstr>
      <vt:lpstr>Part 2: Training</vt:lpstr>
      <vt:lpstr>Part 2: Training</vt:lpstr>
      <vt:lpstr>Part 2: Training</vt:lpstr>
      <vt:lpstr>Part 2: Testing</vt:lpstr>
      <vt:lpstr>Part 3: Regression Task</vt:lpstr>
      <vt:lpstr>Part 2: Training</vt:lpstr>
      <vt:lpstr>Part 2: Training</vt:lpstr>
      <vt:lpstr>Part 2: Testing</vt:lpstr>
      <vt:lpstr>Part 3: Limitation of the regression task for this dataset</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Cazan Alexia</dc:creator>
  <cp:lastModifiedBy>Cazan Alexia</cp:lastModifiedBy>
  <cp:revision>1</cp:revision>
  <dcterms:created xsi:type="dcterms:W3CDTF">2026-01-12T11:49:14Z</dcterms:created>
  <dcterms:modified xsi:type="dcterms:W3CDTF">2026-01-13T10:24:34Z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ies>
</file>